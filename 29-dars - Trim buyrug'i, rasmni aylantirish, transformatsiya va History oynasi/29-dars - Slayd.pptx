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Trim buyrug'i, rasmni aylantirish, transformatsiya va History oynasi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Photoshop'da Trim, aylantirish, transformatsiya va History imkoniyatlarini o'zlashtirish; tasvirni qayta ishlash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(kesish)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Aylantirish va akslantirish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Transformatsiya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oynasi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Trim / Crop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Ortiqcha qismni kesish.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Aylantirish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Burish va akslantirish.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Transformatsiya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Ctrl+T — o'lcham va shakl.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oynasi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Amallarni orqaga qaytarish.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/ Trim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Tasvirni kesish amallari.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Transform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Obyekt o'lchami va shaklini o'zgartirish (Ctrl+T).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Bajarilgan amallar tarixi.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"Tasvir ustasi" — transformatsiya mashqi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Oila a'zolaringiz rasmlarini Trim funksiyasi bilan atrofdagi bo'shliqdan kesib tashla.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Tasviringni chap/o'ng akslantir (Flip).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Internetdan monitor tasvirini olib, o'z rasmingni Transformatsiya bilan uning ekraniga moslab joylashtir.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Burchaklarni to'g'rilab, tabiiy ko'rinish ber.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oynasi yordamida bajarilgan amallarni eng birinchi qadamgacha orqaga qaytarib, yana takrorla.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va Crop farqi nima?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Transform nima qiladi?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qanday ishlaydi?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oynasi nima uchun kerak?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rasmni Free Transform bilan turli o'lcham va burchaklarda joylashtirib, kompozitsiya yarating.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29-dars: Trim buyrug'i, rasmni aylantirish, transformatsiya va History oynasi</dc:title>
  <dc:subject>PptxGenJS Presentation</dc:subject>
  <dc:creator>IT Shaharcha</dc:creator>
  <cp:lastModifiedBy>IT Shaharcha</cp:lastModifiedBy>
  <cp:revision>1</cp:revision>
  <dcterms:created xsi:type="dcterms:W3CDTF">2026-06-16T17:15:38Z</dcterms:created>
  <dcterms:modified xsi:type="dcterms:W3CDTF">2026-06-16T17:15:38Z</dcterms:modified>
</cp:coreProperties>
</file>