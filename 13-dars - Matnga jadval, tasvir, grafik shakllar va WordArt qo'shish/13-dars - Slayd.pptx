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Matnga jadval, tasvir, grafik shakllar va WordArt qo'shish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Hujjatga jadval, tasvir, grafik shakl va WordArt qo'shish ko'nikmalarini shakllantirish; ma'lumotni ko'rgazmali taqdim etishni o'rgatish.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qo'shish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joylashtirish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shakllar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WordArt bezaklari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Jadval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Satr va ustunli ma'lumot.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Tasvir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qo'shish va o'rash.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shakllar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Strelka, doira, kvadrat.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WordArt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Bezakli hajmli matn.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Jadval (Table)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satr-ustunlarda joylashtirish.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atrofida matnni o'rash usuli.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WordArt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Bezakli matn yaratish vositasi.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"Oilam — jadvalda"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Word'da oila a'zolaring uchun jadval tuz: ism, tug'ilgan sana, ish/o'qish joyi.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satrlarini qator oralatib turli fon ranglariga bo'ya.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oila a'zosining fotosuratini mos katakka joylashtir.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Hujjatga grafik shakl (masalan, strelka yoki ramka) qo'sh.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"Mening oilam" sarlavhasini WordArt bilan bezab, hujjatni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qachon qulay bo'ladi?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Text nimani sozlaydi?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shakllar qayerda ishlatiladi?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WordArt nima beradi?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Word'da sevimli darslaringiz jadvalini tuzing: dars nomi, kuni va o'qituvchisi ustunlari bilan.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13-dars: Matnga jadval, tasvir, grafik shakllar va WordArt qo'shish</dc:title>
  <dc:subject>PptxGenJS Presentation</dc:subject>
  <dc:creator>IT Shaharcha</dc:creator>
  <cp:lastModifiedBy>IT Shaharcha</cp:lastModifiedBy>
  <cp:revision>1</cp:revision>
  <dcterms:created xsi:type="dcterms:W3CDTF">2026-06-16T17:14:41Z</dcterms:created>
  <dcterms:modified xsi:type="dcterms:W3CDTF">2026-06-16T17:14:41Z</dcterms:modified>
</cp:coreProperties>
</file>