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4754880" cy="475488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86868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07-DARS  •  2 SOAT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Internet brauzerlarida ishlash. Qidiruv tizimlari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5074920"/>
            <a:ext cx="146304" cy="146304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50749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50749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07492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507492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49424" y="5074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savodxonligi kursi   |   «IT Shaharcha»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1FA8C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 va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Brauzer va qidiruv tizimlarining ishlash tamoyili bilan tanishtirish; kalit so'zlar yordamida samarali qidiruv ko'nikmasini shakllantirish.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521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rejasi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8013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Brauzer nima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5877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Qidiruv tizimlari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2160" y="344728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Samarali qidiruv usullari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52160" y="423367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41605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Manzil va havolalar</a:t>
            </a:r>
            <a:endParaRPr lang="en-US" sz="1450" dirty="0"/>
          </a:p>
        </p:txBody>
      </p:sp>
      <p:pic>
        <p:nvPicPr>
          <p:cNvPr id="21" name="Image 1" descr="/sessions/ecstatic-admiring-tesla/mnt/output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07-dars  •  Maqsad va reja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E91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Brauzer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Saytlarni ochuvchi dastur.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600200"/>
            <a:ext cx="731520" cy="731520"/>
          </a:xfrm>
          <a:prstGeom prst="ellipse">
            <a:avLst/>
          </a:prstGeom>
          <a:solidFill>
            <a:srgbClr val="1FA8C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Qidiruv tizimi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Yandex, Bing.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Kalit so'zlar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 so'z = aniq natija.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57200" y="3575304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849624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142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6542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Havola (URL)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020056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— sayt manzili.</a:t>
            </a:r>
            <a:endParaRPr lang="en-US" sz="1080" dirty="0"/>
          </a:p>
        </p:txBody>
      </p:sp>
      <p:pic>
        <p:nvPicPr>
          <p:cNvPr id="24" name="Image 4" descr="/sessions/ecstatic-admiring-tesla/mnt/output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07-dars  •  Nazariy asoslar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atamalar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Brauzer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saytlarini ko'rsatuvchi dastur.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459736"/>
            <a:ext cx="310896" cy="310896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402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Saytning internetdagi manzili.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Bookmark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Saqlab qo'yilgan havola (xatcho'p).</a:t>
            </a:r>
            <a:endParaRPr lang="en-US" sz="1250" dirty="0"/>
          </a:p>
        </p:txBody>
      </p:sp>
      <p:pic>
        <p:nvPicPr>
          <p:cNvPr id="16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07-dars  •  Atamalar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620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topshiriq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FA8C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243584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"Tumanim bo'ylab raqamli sayohat"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438912" cy="438912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258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Chrome brauzerini och.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438912" cy="438912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299008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 tumaningning mashhur joyi tasvirini qidir (masalan: "... tumani diqqatga sazovor joylari").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61872" y="372160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Aniq teglar bilan qidirib, kerakli ma'lumot joylashgan saytni top.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445312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Topilgan saytni xatcho'pga (Bookmark) saqla.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438912" cy="43891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61872" y="518464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 va saytdan olingan qisqa ma'lumotni daftaringga yoz.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 va uyga vazifa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4767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Brauzer va qidiruv tizimi farqi nima?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67919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Samarali qidiruv uchun nima muhim?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410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nima?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1422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Xatcho'p (Bookmark) nima uchun kerak?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O'zingizni qiziqtirgan mavzu bo'yicha 3 ta ishonchli saytni topib, xatcho'pga saqlang.</a:t>
            </a:r>
            <a:endParaRPr lang="en-US" sz="1450" dirty="0"/>
          </a:p>
        </p:txBody>
      </p:sp>
      <p:pic>
        <p:nvPicPr>
          <p:cNvPr id="18" name="Image 2" descr="/sessions/ecstatic-admiring-tesla/mnt/output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07-dars  •  Savollar va vazifa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07-dars: Internet brauzerlarida ishlash. Qidiruv tizimlari</dc:title>
  <dc:subject>PptxGenJS Presentation</dc:subject>
  <dc:creator>IT Shaharcha</dc:creator>
  <cp:lastModifiedBy>IT Shaharcha</cp:lastModifiedBy>
  <cp:revision>1</cp:revision>
  <dcterms:created xsi:type="dcterms:W3CDTF">2026-06-16T17:14:19Z</dcterms:created>
  <dcterms:modified xsi:type="dcterms:W3CDTF">2026-06-16T17:14:19Z</dcterms:modified>
</cp:coreProperties>
</file>