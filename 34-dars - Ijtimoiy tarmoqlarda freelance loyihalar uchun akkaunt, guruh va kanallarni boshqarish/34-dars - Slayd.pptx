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Ijtimoiy tarmoqlarda freelance loyihalar uchun akkaunt, guruh va kanallarni boshqarish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Ijtimoiy tarmoqlarda kanal va guruh yaratish, kontent joylash va auditoriya jalb qilish ko'nikmalarini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 va guruh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Kontent strategiyasi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Auditoriya jalb qilish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Reklama va targ'ibot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Kanal va guruh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 — e'lon, guruh — muloqot.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Kontent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Muntazam foydali kontent.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Auditoriya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Obunachilarni ko'paytirish.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YouTube reklama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reklama orqali targ'ibot.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Kanal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tomonlama e'lon joylash sahifasi.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Joylanadigan matn, rasm, video.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Auditoriya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Obunachilar va tomoshabinlar.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"O'z brendingni ishga tushir"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 tezkor ovqatlanish yoki boshqa brendingni o'ylab top.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Telegram'da shu brend uchun kanal yarat va bezat (nom, rasm, tavsif).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Kanalga 3–5 ta qiziqarli post joylash rejasini tuz.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Do'stlarni taklif qilib, ishtirokchilar yig'ishni boshla (maqsad: keyingi mashg'ulotgacha 500 ta).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 brend bo'yicha YouTube'da qisqa reklama video g'oyasini tayyorla.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 va guruh farqi nima?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Yaxshi kontent qanday bo'ladi?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Auditoriyani qanday jalb qilinadi?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reklama nima beradi?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 hobbingiz haqida Telegram kanal yaratib, bir haftada 5 ta post joylang.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34-dars: Ijtimoiy tarmoqlarda freelance loyihalar uchun akkaunt, guruh va kanallarni boshqarish</dc:title>
  <dc:subject>PptxGenJS Presentation</dc:subject>
  <dc:creator>IT Shaharcha</dc:creator>
  <cp:lastModifiedBy>IT Shaharcha</cp:lastModifiedBy>
  <cp:revision>1</cp:revision>
  <dcterms:created xsi:type="dcterms:W3CDTF">2026-06-16T17:16:03Z</dcterms:created>
  <dcterms:modified xsi:type="dcterms:W3CDTF">2026-06-16T17:16:03Z</dcterms:modified>
</cp:coreProperties>
</file>