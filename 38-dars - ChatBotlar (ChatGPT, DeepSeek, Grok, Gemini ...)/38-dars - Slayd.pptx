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ChatBotlar (ChatGPT, DeepSeek, Grok, Gemini ...)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Turli chatbot tizimlari bilan tanishtirish; ularning imkoniyatlarini solishtirish va matnni tasvirdan o'qish (OCR)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nima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Mashhur chatbotlar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Imkoniyatlarni solishtirish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Tasvirdan matn o'qish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Suhbatlashadigan SI dasturi.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Mashhur botlar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Gemini, Grok, DeepSeek.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Solishtirish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Javoblarni qiyoslash.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 (matn o'qish)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Rasmdan matn o'qish.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quradigan SI dasturi.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Tasvirdagi matnni o'qish texnologiyasi.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Solishtirish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Tizimlar imkoniyatini qiyoslash.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"Chatbotlar bellashuvi"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dasturida oddiy bir savol yoz (matnni nusxalama).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 savolni ScreenShot qil.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Skrinshotni turli SI tizimlariga berib, qaysi biri tasvirdan matnni eng yaxshi o'qishini aniqla (OCR sinovi).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xil matnli savolni ChatGPT, Gemini va boshqaga berib, javoblarni solishtir.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Qaysi bot qaysi vazifada kuchli ekanini xulosa qil.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nima?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Mashhur chatbotlarni sanang.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nima qiladi?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Botlarni qanday solishtiriladi?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savolni 2 ta turli chatbotga berib, javoblar qaysi birida to'liqroq ekanini yozing.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38-dars: ChatBotlar (ChatGPT, DeepSeek, Grok, Gemini ...)</dc:title>
  <dc:subject>PptxGenJS Presentation</dc:subject>
  <dc:creator>IT Shaharcha</dc:creator>
  <cp:lastModifiedBy>IT Shaharcha</cp:lastModifiedBy>
  <cp:revision>1</cp:revision>
  <dcterms:created xsi:type="dcterms:W3CDTF">2026-06-16T17:16:18Z</dcterms:created>
  <dcterms:modified xsi:type="dcterms:W3CDTF">2026-06-16T17:16:18Z</dcterms:modified>
</cp:coreProperties>
</file>