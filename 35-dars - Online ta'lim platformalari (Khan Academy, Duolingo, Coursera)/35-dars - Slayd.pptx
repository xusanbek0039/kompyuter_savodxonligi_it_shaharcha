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 ta'lim platformalari (Khan Academy, Duolingo, Coursera)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Onlayn ta'lim platformalari bilan tanishtirish; kursga yozilish va mustaqil o'rganish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Onlayn ta'lim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Mashhur platformalar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Kursga yozilish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Sertifikat olish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Onlayn ta'lim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Masofadan bilim olish.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Platformalar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Khan, Duolingo, Coursera.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Kursga yozilish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Ro'yxat → kurs → test.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Sertifikat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Tugatgach sertifikat.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Onlayn platforma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orqali o'qituvchi xizmat.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Muayyan mavzudagi darslar to'plami.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Sertifikat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Kursni tugatganlik hujjati.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"O'zing o'qituvching bo'l"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coursera.org platformasiga kir va ro'yxatdan o't.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Google'ning kiberxavfsizlik bo'yicha kursini top.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Kursga a'zo bo'lib, birinchi darsni ko'r.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O'rgangan asosiy tushunchalarni daftaringa yoz.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rejasi va sertifikat olish shartlarini o'rgan.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Onlayn ta'lim qanday qulaylik beradi?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Khan, Duolingo, Coursera farqi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Kursga qanday yoziladi?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Sertifikat nima uchun foydali?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Duolingo'da istalgan chet tilini tanlab, bir hafta davomida har kuni o'qib boring.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35-dars: Online ta'lim platformalari (Khan Academy, Duolingo, Coursera)</dc:title>
  <dc:subject>PptxGenJS Presentation</dc:subject>
  <dc:creator>IT Shaharcha</dc:creator>
  <cp:lastModifiedBy>IT Shaharcha</cp:lastModifiedBy>
  <cp:revision>1</cp:revision>
  <dcterms:created xsi:type="dcterms:W3CDTF">2026-06-16T17:16:07Z</dcterms:created>
  <dcterms:modified xsi:type="dcterms:W3CDTF">2026-06-16T17:16:07Z</dcterms:modified>
</cp:coreProperties>
</file>