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Sodda bazalar yaratish va so'rovlar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bazasida so'rov (Query) yaratish bilan tanishtirish; shartga mos ma'lumotni ajratib olish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 (Query)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 turlari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 belgilash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Natijani olish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So'rov (Query)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 asosida ma'lumot olish.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Shart belgilash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— qidiruv sharti.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Maydon tanlash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Kerakli ustunlarni tanlash.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Natija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— yangi jadval.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So'rov (Query)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Bazadan ma'lumot ajratib olish vositasi.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So'rovdagi qidiruv sharti.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Natija jadvali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 qaytargan ma'lumotlar.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"Bazadan ma'lumot qidir"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26-darsda tuzgan bazangni (yoki yangisini) och.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so'rov (Query Design) yarat.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Ismi "Otabek" (yoki boshqa nom) bo'lgan kishilarni topuvchi shart yoz.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Natijada faqat ism, familiya va telefon maydonlarini ko'rsat.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So'rovni ishga tushir va natijani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 (Query) nima qiladi?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nima?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So'rovda maydonni qanday tanlanadi?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 natijasi qanday ko'rinishda chiqadi?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Kitoblar bazangizdan faqat ma'lum bir janrdagi kitoblarni ajratib oluvchi so'rov tuzing.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27-dars: Sodda bazalar yaratish va so'rovlar</dc:title>
  <dc:subject>PptxGenJS Presentation</dc:subject>
  <dc:creator>IT Shaharcha</dc:creator>
  <cp:lastModifiedBy>IT Shaharcha</cp:lastModifiedBy>
  <cp:revision>1</cp:revision>
  <dcterms:created xsi:type="dcterms:W3CDTF">2026-06-16T17:15:32Z</dcterms:created>
  <dcterms:modified xsi:type="dcterms:W3CDTF">2026-06-16T17:15:32Z</dcterms:modified>
</cp:coreProperties>
</file>