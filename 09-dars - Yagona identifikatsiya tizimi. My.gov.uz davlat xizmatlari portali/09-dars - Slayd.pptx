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Yagona identifikatsiya tizimi. My.gov.uz davlat xizmatlari portali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elektron xizmatlari va yagona identifikatsiya (One ID) tizimi bilan tanishtirish; ro'yxatdan o'tish va ma'lumotnoma olish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davlat xizmatlari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 tizimi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o'tish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Ma'lumotnoma olish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Davlat xizmatlari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davlat xizmatlari portali.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login — ko'p xizmat.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Ro'yxatdan o'tish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Pasport + telefon orqali tasdiq.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Ma'lumotnoma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ma'lumotnoma (STIR va h.k.).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My.gov.uz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davlat xizmatlari portali.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identifikatsiya tizimi (id.egov.uz).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Soliq to'lovchining identifikatsiya raqami.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"Raqamli fuqaro bo'l"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id.egov.uz saytiga kir va tizim bilan tanish.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(Kattalar yordamida) ro'yxatdan o'tish bosqichlarini o'rgan.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My.gov.uz portalida shaxsiy kabinetga kir.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 ma'lumotnomasini topib, uni qanday olish tartibini yoz.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Portaldagi 3 ta foydali xizmatni ro'yxatga ol.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My.gov.uz qanday portal?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 tizimi qanday qulaylik beradi?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o'tishda nima orqali shaxs tasdiqlanadi?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 nima?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My.gov.uz portalidagi xizmatlardan oilangizga foydali bo'lgan bittasini topib, qanday ishlashini yozing.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09-dars: Yagona identifikatsiya tizimi. My.gov.uz davlat xizmatlari portali</dc:title>
  <dc:subject>PptxGenJS Presentation</dc:subject>
  <dc:creator>IT Shaharcha</dc:creator>
  <cp:lastModifiedBy>IT Shaharcha</cp:lastModifiedBy>
  <cp:revision>1</cp:revision>
  <dcterms:created xsi:type="dcterms:W3CDTF">2026-06-16T17:14:25Z</dcterms:created>
  <dcterms:modified xsi:type="dcterms:W3CDTF">2026-06-16T17:14:25Z</dcterms:modified>
</cp:coreProperties>
</file>