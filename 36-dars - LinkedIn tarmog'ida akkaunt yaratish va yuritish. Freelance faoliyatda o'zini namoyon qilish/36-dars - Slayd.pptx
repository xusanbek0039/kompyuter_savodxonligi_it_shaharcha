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 tarmog'ida akkaunt yaratish va yuritish. Freelance faoliyatda o'zini namoyon qilish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tarmoq LinkedIn bilan tanishtirish; profil yaratish va freelance xizmatlarni taklif qilish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profil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Ko'nikmalar va portfolio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 taklif qilish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Kasbiy ijtimoiy tarmoq.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Kasbiy tashrif qog'ozi.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Ko'nikmalar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va portfolio.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Xizmat taklif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xizmat taklifi.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aloqalar tarmog'i.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Shaxsning kasbiy sahifasi.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Freelance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Mustaqil, loyiha asosidagi ish.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"Professional profilim"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LinkedIn'da o'z akkauntingni yarat.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Profilingni to'liq to'ldir: rasm, qisqa ma'lumot, ta'lim.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kursda o'rgangan ko'nikmalaringni (Word, Excel, Photoshop va h.k.) ko'rsat.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ishlaringdan namuna (portfolio) joylash haqida o'yla.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xizmatlaringni potensial mijozlarga hamyonbop narxda taklif qiluvchi post yoz.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qanday tarmoq?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profil nima uchun muhim?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Ko'nikmalar nima uchun ko'rsatiladi?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nima?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profilingizga 5 ta yangi ko'nikma qo'shib, bir kasbiy maqolani o'qib chiqing.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36-dars: LinkedIn tarmog'ida akkaunt yaratish va yuritish. Freelance faoliyatda o'zini namoyon qilish</dc:title>
  <dc:subject>PptxGenJS Presentation</dc:subject>
  <dc:creator>IT Shaharcha</dc:creator>
  <cp:lastModifiedBy>IT Shaharcha</cp:lastModifiedBy>
  <cp:revision>1</cp:revision>
  <dcterms:created xsi:type="dcterms:W3CDTF">2026-06-16T17:16:10Z</dcterms:created>
  <dcterms:modified xsi:type="dcterms:W3CDTF">2026-06-16T17:16:10Z</dcterms:modified>
</cp:coreProperties>
</file>