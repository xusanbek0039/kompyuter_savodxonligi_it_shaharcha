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Kompyuterni shaxsiy talablarga sozlash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foni, masalalar paneli, soat va sana sozlamalarini shaxsiy talablarga moslab o'zgartirish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foni va mavzu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 paneli sozlamalari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 va sanani sozlash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Sinxronlash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 va mavzu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 va mavzuni almashtirish.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Masalalar paneli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Panelni avtoyashirish va sozlash.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Soat va sana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mintaqasi va sinxronlash.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Sozlamalar (Settings)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Win+I — sozlamalar oynasi.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ko'rinishni sozlash bo'limi.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Taskbar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pastidagi masalalar paneli.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Sinxronlash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Vaqtni internet serveri bilan moslashtirish.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"Kompyuterim — mening uslubim"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fonini yoqimli rasmga almashtir.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 paneli avtoyashirishni (auto-hide) yoqib ko'r.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 va sanani to'g'ri vaqt mintaqasiga (Toshkent) sozla.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Vaqtni internet orqali avtomatik sinxronlashni yoq.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O'zgarishlarni skrinshot qilib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fonini qanday o'zgartiriladi?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 panelini avtoyashirish nima beradi?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Soatni qanday sinxronlash mumkin?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oynasi qaysi tugma bilan ochiladi?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O'zingizga qulay bo'lgan mavzu (Theme) tanlab, kompyuter ko'rinishini to'liq sozlang.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04-dars: Kompyuterni shaxsiy talablarga sozlash</dc:title>
  <dc:subject>PptxGenJS Presentation</dc:subject>
  <dc:creator>IT Shaharcha</dc:creator>
  <cp:lastModifiedBy>IT Shaharcha</cp:lastModifiedBy>
  <cp:revision>1</cp:revision>
  <dcterms:created xsi:type="dcterms:W3CDTF">2026-06-16T17:09:15Z</dcterms:created>
  <dcterms:modified xsi:type="dcterms:W3CDTF">2026-06-16T17:09:15Z</dcterms:modified>
</cp:coreProperties>
</file>