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matn protsessorlarida ishlash. Google Docs da hamkorlikda ishlash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Bulutli matn protsessori Google Docs bilan tanishtirish; onlayn hujjat yaratish va real vaqtda hamkorlikda ishlash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Bulutli hujjatlar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 interfeysi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Hamkorlikda ishlash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Avtomatik saqlash va ulashish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Bulutli hujjat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Internetda saqlanadigan hujjat.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Hamkorlik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vaqtda birga ishlash.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Ulashish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Havola orqali ulashish.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Avtosaqlash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Avtomatik saqlash va tarix.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Docs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Bulutli onlayn matn protsessori.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Drive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Fayllar saqlanadigan bulut xizmati.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Ulashish (Share)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Hujjatga boshqalarga kirish berish.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"Birga yozamiz" — hamkorlik hujjati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Docs'da yangi hujjat yarat va unga 10-darsdagi "Men haqimda" ma'lumotini kirit.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do'stingga Share orqali tahrir huquqi bilan ulash.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Do'sting bilan bir vaqtda yozib, bir-biringizning kursoringizni kuzating.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Bir-biringizning matnga izoh (Comment) qoldiring.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Versiyalar tarixini ochib, o'zgarishlarni ko'ring.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 Word'dan nimasi bilan farq qiladi?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Hamkorlikda ishlash qanday afzalliklarga ega?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qanday ulashiladi?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Avtosaqlash nima beradi?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Docs'da sinfdoshingiz bilan birgalikda kichik hikoya yozing — har biringiz bittadan abzas qo'shing.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11-dars: Online matn protsessorlarida ishlash. Google Docs da hamkorlikda ishlash</dc:title>
  <dc:subject>PptxGenJS Presentation</dc:subject>
  <dc:creator>IT Shaharcha</dc:creator>
  <cp:lastModifiedBy>IT Shaharcha</cp:lastModifiedBy>
  <cp:revision>1</cp:revision>
  <dcterms:created xsi:type="dcterms:W3CDTF">2026-06-16T17:14:35Z</dcterms:created>
  <dcterms:modified xsi:type="dcterms:W3CDTF">2026-06-16T17:14:35Z</dcterms:modified>
</cp:coreProperties>
</file>