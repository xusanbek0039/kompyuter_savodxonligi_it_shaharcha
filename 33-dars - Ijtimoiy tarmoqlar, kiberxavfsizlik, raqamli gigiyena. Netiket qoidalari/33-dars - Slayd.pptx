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Ijtimoiy tarmoqlar, kiberxavfsizlik, raqamli gigiyena. Netiket qoidalari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Ijtimoiy tarmoqlar, kiberxavfsizlik va raqamli gigiyena tushunchalari bilan tanishtirish; xavfsız va madaniyatli onlayn xulq-atvor ko'nikmasini shakllantirish.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Ijtimoiy tarmoqlar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Kiberxavfsizlik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Ikki bosqichli himoya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Netiket qoidalari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Ijtimoiy tarmoqlar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Onlayn muloqot vositasi.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Kiberxavfsizlik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Ma'lumotni himoyalash.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faktorli himoya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2FA — qo'shimcha himoya.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Netiket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Onlayn muloqot odoblari.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Kiberxavfsizlik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Raqamli xavf-xatardan himoyalanish.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2FA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Ikki bosqichli himoya tizimi.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Netiket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Internetda muloqot odoblari.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"Raqamli gigiyena — xavfsız bo'l"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 akkauntingda 2 faktorli autentifikatsiyani (2FA) yoq.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Brauzer tarixini tozala va keraksiz seanslardan chiq.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Kuchli parol yaratish qoidalari bilan tanishib, parolingni yangila.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Do'sting bilan muloqotda netiket qoidalariga amal qil.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ta qoidaga zid xatti-harakatni (spam, haqorat va h.k.) topib, qanday tuzatishni yoz.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Kiberxavfsizlik nima?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2FA qanday himoya beradi?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Netiket qanday qoidalardan iborat?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Kuchli parol qanday bo'ladi?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O'z akkauntlaringiz parolini tekshiring va kuchli, har xil parollar bilan almashtiring.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33-dars: Ijtimoiy tarmoqlar, kiberxavfsizlik, raqamli gigiyena. Netiket qoidalari</dc:title>
  <dc:subject>PptxGenJS Presentation</dc:subject>
  <dc:creator>IT Shaharcha</dc:creator>
  <cp:lastModifiedBy>IT Shaharcha</cp:lastModifiedBy>
  <cp:revision>1</cp:revision>
  <dcterms:created xsi:type="dcterms:W3CDTF">2026-06-16T17:13:04Z</dcterms:created>
  <dcterms:modified xsi:type="dcterms:W3CDTF">2026-06-16T17:13:04Z</dcterms:modified>
</cp:coreProperties>
</file>