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828800"/>
            <a:ext cx="4754880" cy="475488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291840" cy="3291840"/>
          </a:xfrm>
          <a:prstGeom prst="ellipse">
            <a:avLst/>
          </a:prstGeom>
          <a:solidFill>
            <a:srgbClr val="16205A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2743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868680"/>
            <a:ext cx="237744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1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33-DARS  •  2 SOAT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Ijtimoiy tarmoqlar, kiberxavfsizlik, raqamli gigiyena. Netiket qoidalari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822960" y="5074920"/>
            <a:ext cx="146304" cy="146304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9" name="Shape 6"/>
          <p:cNvSpPr/>
          <p:nvPr/>
        </p:nvSpPr>
        <p:spPr>
          <a:xfrm>
            <a:off x="1060704" y="5074920"/>
            <a:ext cx="146304" cy="146304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Shape 7"/>
          <p:cNvSpPr/>
          <p:nvPr/>
        </p:nvSpPr>
        <p:spPr>
          <a:xfrm>
            <a:off x="1298448" y="5074920"/>
            <a:ext cx="146304" cy="146304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Shape 8"/>
          <p:cNvSpPr/>
          <p:nvPr/>
        </p:nvSpPr>
        <p:spPr>
          <a:xfrm>
            <a:off x="1536192" y="5074920"/>
            <a:ext cx="146304" cy="146304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Shape 9"/>
          <p:cNvSpPr/>
          <p:nvPr/>
        </p:nvSpPr>
        <p:spPr>
          <a:xfrm>
            <a:off x="1773936" y="507492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3" name="Shape 10"/>
          <p:cNvSpPr/>
          <p:nvPr/>
        </p:nvSpPr>
        <p:spPr>
          <a:xfrm>
            <a:off x="2011680" y="5074920"/>
            <a:ext cx="146304" cy="146304"/>
          </a:xfrm>
          <a:prstGeom prst="ellipse">
            <a:avLst/>
          </a:prstGeom>
          <a:solidFill>
            <a:srgbClr val="F1C40F"/>
          </a:solidFill>
          <a:ln/>
        </p:spPr>
      </p:sp>
      <p:sp>
        <p:nvSpPr>
          <p:cNvPr id="14" name="Shape 11"/>
          <p:cNvSpPr/>
          <p:nvPr/>
        </p:nvSpPr>
        <p:spPr>
          <a:xfrm>
            <a:off x="2249424" y="5074920"/>
            <a:ext cx="146304" cy="14630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Kompyuter savodxonligi kursi   |   «IT Shaharcha»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1FA8C9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 va rejasi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029200" cy="4480560"/>
          </a:xfrm>
          <a:prstGeom prst="roundRect">
            <a:avLst>
              <a:gd name="adj" fmla="val 2041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MAQSAD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4434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tarmoqlar, kiberxavfsizlik va raqamli gigiyena tushunchalari bilan tanishtirish; xavfsız va madaniyatli onlayn xulq-atvor ko'nikmasini shakllantirish.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85216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rejasi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457200" cy="457200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1801368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Ijtimoiy tarmoqlar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852160" y="2660904"/>
            <a:ext cx="457200" cy="457200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660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587752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2160" y="3447288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92240" y="3374136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bosqichli himoya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852160" y="4233672"/>
            <a:ext cx="457200" cy="4572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92240" y="4160520"/>
            <a:ext cx="5212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Netiket qoidalari</a:t>
            </a:r>
            <a:endParaRPr lang="en-US" sz="1450" dirty="0"/>
          </a:p>
        </p:txBody>
      </p:sp>
      <p:pic>
        <p:nvPicPr>
          <p:cNvPr id="21" name="Image 1" descr="/sessions/ecstatic-admiring-tesla/mnt/outputs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33-dars  •  Maqsad va reja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Nazariy asoslar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E91E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Ijtimoiy tarmoqlar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muloqot vositasi.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15968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600200"/>
            <a:ext cx="731520" cy="731520"/>
          </a:xfrm>
          <a:prstGeom prst="ellipse">
            <a:avLst/>
          </a:prstGeom>
          <a:solidFill>
            <a:srgbClr val="1FA8C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64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Kiberxavfsizlik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Ma'lumotni himoyalash.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74736" y="1325880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60020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17647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9056" y="240487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faktorli himoya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49056" y="2770632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— qo'shimcha himoya.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457200" y="3575304"/>
            <a:ext cx="3611880" cy="1993392"/>
          </a:xfrm>
          <a:prstGeom prst="roundRect">
            <a:avLst>
              <a:gd name="adj" fmla="val 4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31520" y="3849624"/>
            <a:ext cx="731520" cy="73152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014216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65429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Netiket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020056"/>
            <a:ext cx="313639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Onlayn muloqot odoblari.</a:t>
            </a:r>
            <a:endParaRPr lang="en-US" sz="1080" dirty="0"/>
          </a:p>
        </p:txBody>
      </p:sp>
      <p:pic>
        <p:nvPicPr>
          <p:cNvPr id="24" name="Image 4" descr="/sessions/ecstatic-admiring-tesla/mnt/outputs/assets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33-dars  •  Nazariy asoslar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atamalar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591056"/>
            <a:ext cx="310896" cy="310896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7160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Kiberxavfsizlik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137160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Raqamli xavf-xatardan himoyalanish.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2459736"/>
            <a:ext cx="310896" cy="310896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24028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2FA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0" y="224028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Ikki bosqichli himoya tizimi.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11247120" cy="749808"/>
          </a:xfrm>
          <a:prstGeom prst="roundRect">
            <a:avLst>
              <a:gd name="adj" fmla="val 8537"/>
            </a:avLst>
          </a:prstGeom>
          <a:solidFill>
            <a:srgbClr val="F4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3328416"/>
            <a:ext cx="310896" cy="310896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108960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Netiket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108960"/>
            <a:ext cx="6949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Internetda muloqot odoblari.</a:t>
            </a:r>
            <a:endParaRPr lang="en-US" sz="1250" dirty="0"/>
          </a:p>
        </p:txBody>
      </p:sp>
      <p:pic>
        <p:nvPicPr>
          <p:cNvPr id="16" name="Image 0" descr="/sessions/ecstatic-admiring-tesla/mnt/outputs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33-dars  •  Atamalar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4114800"/>
            <a:ext cx="4206240" cy="4206240"/>
          </a:xfrm>
          <a:prstGeom prst="ellipse">
            <a:avLst/>
          </a:prstGeom>
          <a:solidFill>
            <a:srgbClr val="1620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topshiriq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207008"/>
            <a:ext cx="11155680" cy="841248"/>
          </a:xfrm>
          <a:prstGeom prst="roundRect">
            <a:avLst>
              <a:gd name="adj" fmla="val 8696"/>
            </a:avLst>
          </a:prstGeom>
          <a:solidFill>
            <a:srgbClr val="1FA8C9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243584"/>
            <a:ext cx="106070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"Raqamli gigiyena — xavfsız bo'l"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438912" cy="438912"/>
          </a:xfrm>
          <a:prstGeom prst="ellipse">
            <a:avLst/>
          </a:prstGeom>
          <a:solidFill>
            <a:srgbClr val="E91E8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225856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akkauntingda 2 faktorli autentifikatsiyani (2FA) yoq.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3063240"/>
            <a:ext cx="438912" cy="438912"/>
          </a:xfrm>
          <a:prstGeom prst="ellipse">
            <a:avLst/>
          </a:prstGeom>
          <a:solidFill>
            <a:srgbClr val="1FA8C9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30632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299008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Brauzer tarixini tozala va keraksiz seanslardan chiq.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794760"/>
            <a:ext cx="438912" cy="438912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7947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61872" y="372160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yaratish qoidalari bilan tanishib, parolingni yangila.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526280"/>
            <a:ext cx="438912" cy="438912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526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61872" y="445312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Do'sting bilan muloqotda netiket qoidalariga amal qil.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257800"/>
            <a:ext cx="438912" cy="43891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5257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261872" y="5184648"/>
            <a:ext cx="104241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EA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 qoidaga zid xatti-harakatni (spam, haqorat va h.k.) topib, qanday tuzatishni yoz.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6304" cy="457200"/>
          </a:xfrm>
          <a:prstGeom prst="roundRect">
            <a:avLst>
              <a:gd name="adj" fmla="val 43750"/>
            </a:avLst>
          </a:prstGeom>
          <a:solidFill>
            <a:srgbClr val="E91E8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 va uyga vazifa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325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Nazorat savollari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94767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Kiberxavfsizlik nima?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67919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qanday himoya beradi?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3429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341071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Netiket qanday qoidalardan iborat?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160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A8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4142232"/>
            <a:ext cx="54864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Kuchli parol qanday bo'ladi?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58000" y="1325880"/>
            <a:ext cx="4846320" cy="4160520"/>
          </a:xfrm>
          <a:prstGeom prst="roundRect">
            <a:avLst>
              <a:gd name="adj" fmla="val 2198"/>
            </a:avLst>
          </a:prstGeom>
          <a:solidFill>
            <a:srgbClr val="1F2A6E"/>
          </a:solidFill>
          <a:ln/>
          <a:effectLst>
            <a:outerShdw sx="100000" sy="100000" kx="0" ky="0" algn="bl" rotWithShape="0" blurRad="114300" dist="38100" dir="5400000">
              <a:srgbClr val="9AA5B8">
                <a:alpha val="28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4592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0" y="1645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Uyga vazifa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178040" y="237744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 akkauntlaringiz parolini tekshiring va kuchli, har xil parollar bilan almashtiring.</a:t>
            </a:r>
            <a:endParaRPr lang="en-US" sz="1450" dirty="0"/>
          </a:p>
        </p:txBody>
      </p:sp>
      <p:pic>
        <p:nvPicPr>
          <p:cNvPr id="18" name="Image 2" descr="/sessions/ecstatic-admiring-tesla/mnt/outputs/assets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291072"/>
            <a:ext cx="1051560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63276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9814255" y="6327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33-dars  •  Savollar va vazifa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33-dars: Ijtimoiy tarmoqlar, kiberxavfsizlik, raqamli gigiyena. Netiket qoidalari</dc:title>
  <dc:subject>PptxGenJS Presentation</dc:subject>
  <dc:creator>IT Shaharcha</dc:creator>
  <cp:lastModifiedBy>IT Shaharcha</cp:lastModifiedBy>
  <cp:revision>1</cp:revision>
  <dcterms:created xsi:type="dcterms:W3CDTF">2026-06-16T17:16:00Z</dcterms:created>
  <dcterms:modified xsi:type="dcterms:W3CDTF">2026-06-16T17:16:00Z</dcterms:modified>
</cp:coreProperties>
</file>