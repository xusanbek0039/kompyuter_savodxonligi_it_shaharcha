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Tasvirlar va video kontent yaratuvchi sun'iy intellekt tizimlari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va video yaratuvchi SI tizimlari bilan tanishtirish; prompt orqali rasm generatsiya qilish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 SI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yaratuvchi tizimlar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bilan rasm yaratish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Imkoniyatlarni solishtirish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 SI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Matndan rasm yaratadi.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Tasvir tizimlari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Leonardo, Clipdrop, PixAI.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bilan yaratish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Batafsil prompt = sifatli rasm.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Solishtirish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tizim — o'z uslubi.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 SI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kontent (rasm/video) yaratuvchi 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yaratish uchun matnli tavsif.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tomonidan rasmni hosil qilish jarayoni.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"So'z bilan rasm chizaman"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qiziqarli prompt o'ylab top (masalan: "o'quvchi 2-sentabr kuni qo'lida gul bilan maktabga borayapti, juda xursand").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Leonardo.ai'da shu promptni kiritib, kuniga 150 tagacha bepul generatsiyadan foydalanib rasm yarat.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Clipdrop (Stability AI)'da ham xuddi shu promptni sina.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PixAI.art'da anime yo'nalishida rasm yaratib ko'r.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Uchta tizim natijasini solishtirib, qaysi biri promptni eng yaxshi tushunganini aniqla.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 SI nima qiladi?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yaratuvchi tizimlarni sanang.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 prompt qanday bo'ladi?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turli tizimlar har xil natija beradi?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orzuingizdagi manzarani tasvirlovchi prompt yozib, bepul SI tizimida rasm yarating.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39-dars: Tasvirlar va video kontent yaratuvchi sun'iy intellekt tizimlari</dc:title>
  <dc:subject>PptxGenJS Presentation</dc:subject>
  <dc:creator>IT Shaharcha</dc:creator>
  <cp:lastModifiedBy>IT Shaharcha</cp:lastModifiedBy>
  <cp:revision>1</cp:revision>
  <dcterms:created xsi:type="dcterms:W3CDTF">2026-06-16T17:16:21Z</dcterms:created>
  <dcterms:modified xsi:type="dcterms:W3CDTF">2026-06-16T17:16:21Z</dcterms:modified>
</cp:coreProperties>
</file>