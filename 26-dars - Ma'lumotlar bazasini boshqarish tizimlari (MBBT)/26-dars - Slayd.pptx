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Ma'lumotlar bazasini boshqarish tizimlari (MBBT)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Ma'lumotlar bazasi va MBBT tushunchalari bilan tanishtirish; MS Access'da jadval va maydonlar yaratish ko'nikmasini shakllantirish.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Ma'lumotlar bazasi nima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MBBT va Access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Jadval va maydonlar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Maydon turlari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Ma'lumotlar bazasi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Tartibli ma'lumotlar to'plami.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MBBT (Access)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Bazani boshqaruvchi dastur.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Jadval va maydon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Maydon=ustun, yozuv=satr.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Maydon turlari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Number, Date.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Ma'lumotlar bazasi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Tartibli saqlangan ma'lumotlar to'plami.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MBBT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Bazani boshqarish tizimi (masalan, Access).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Maydon (Field)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Jadvaldagi ustun — ma'lumot turi.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"Sinfdoshlar bazasi"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Access'da yangi ma'lumotlar bazasi yarat.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Jadval uchun maydonlar belgila: ism (Text), familiya (Text), yosh (Number), telefon (Text).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maydonga to'g'ri tur tanla.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 sinfdoshing ma'lumotini jadvalga kirit.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Bazani saqla.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Ma'lumotlar bazasi nima?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MBBT qanday dastur?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Maydon va yozuv farqi nima?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Maydon turlariga misol keltiring.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Sevimli kitoblaringiz uchun Access bazasi tuzing: nomi, muallifi, yili va janri maydonlari bilan.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26-dars: Ma'lumotlar bazasini boshqarish tizimlari (MBBT)</dc:title>
  <dc:subject>PptxGenJS Presentation</dc:subject>
  <dc:creator>IT Shaharcha</dc:creator>
  <cp:lastModifiedBy>IT Shaharcha</cp:lastModifiedBy>
  <cp:revision>1</cp:revision>
  <dcterms:created xsi:type="dcterms:W3CDTF">2026-06-16T17:15:29Z</dcterms:created>
  <dcterms:modified xsi:type="dcterms:W3CDTF">2026-06-16T17:15:29Z</dcterms:modified>
</cp:coreProperties>
</file>