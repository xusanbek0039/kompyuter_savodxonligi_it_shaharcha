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9855" y="-1828800"/>
            <a:ext cx="4754880" cy="475488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4846320"/>
            <a:ext cx="3291840" cy="3291840"/>
          </a:xfrm>
          <a:prstGeom prst="ellipse">
            <a:avLst/>
          </a:prstGeom>
          <a:solidFill>
            <a:srgbClr val="16205A"/>
          </a:solidFill>
          <a:ln/>
        </p:spPr>
      </p:sp>
      <p:sp>
        <p:nvSpPr>
          <p:cNvPr id="4" name="Shape 2"/>
          <p:cNvSpPr/>
          <p:nvPr/>
        </p:nvSpPr>
        <p:spPr>
          <a:xfrm>
            <a:off x="777240" y="64008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60120" y="868680"/>
            <a:ext cx="2377440" cy="9144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51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1FA8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14-DARS  •  2 SOAT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77240" y="3063240"/>
            <a:ext cx="1060704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Kolontitullar va matematik ifodalar bilan ishlash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822960" y="5074920"/>
            <a:ext cx="146304" cy="146304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9" name="Shape 6"/>
          <p:cNvSpPr/>
          <p:nvPr/>
        </p:nvSpPr>
        <p:spPr>
          <a:xfrm>
            <a:off x="1060704" y="5074920"/>
            <a:ext cx="146304" cy="146304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Shape 7"/>
          <p:cNvSpPr/>
          <p:nvPr/>
        </p:nvSpPr>
        <p:spPr>
          <a:xfrm>
            <a:off x="1298448" y="5074920"/>
            <a:ext cx="146304" cy="146304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1" name="Shape 8"/>
          <p:cNvSpPr/>
          <p:nvPr/>
        </p:nvSpPr>
        <p:spPr>
          <a:xfrm>
            <a:off x="1536192" y="5074920"/>
            <a:ext cx="146304" cy="14630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2" name="Shape 9"/>
          <p:cNvSpPr/>
          <p:nvPr/>
        </p:nvSpPr>
        <p:spPr>
          <a:xfrm>
            <a:off x="1773936" y="5074920"/>
            <a:ext cx="146304" cy="146304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13" name="Shape 10"/>
          <p:cNvSpPr/>
          <p:nvPr/>
        </p:nvSpPr>
        <p:spPr>
          <a:xfrm>
            <a:off x="2011680" y="5074920"/>
            <a:ext cx="146304" cy="146304"/>
          </a:xfrm>
          <a:prstGeom prst="ellipse">
            <a:avLst/>
          </a:prstGeom>
          <a:solidFill>
            <a:srgbClr val="F1C40F"/>
          </a:solidFill>
          <a:ln/>
        </p:spPr>
      </p:sp>
      <p:sp>
        <p:nvSpPr>
          <p:cNvPr id="14" name="Shape 11"/>
          <p:cNvSpPr/>
          <p:nvPr/>
        </p:nvSpPr>
        <p:spPr>
          <a:xfrm>
            <a:off x="2249424" y="5074920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5989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Kompyuter savodxonligi kursi   |   «IT Shaharcha»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1FA8C9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maqsadi va rejasi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5029200" cy="4480560"/>
          </a:xfrm>
          <a:prstGeom prst="roundRect">
            <a:avLst>
              <a:gd name="adj" fmla="val 2041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54480"/>
            <a:ext cx="548640" cy="548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63040" y="1572768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MAQSAD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286000"/>
            <a:ext cx="4434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Hujjatga kolontitul (header/footer) va sahifa raqami qo'shish hamda matematik ifodalarni (Equation) kiritish ko'nikmasini shakllantirish.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852160" y="12801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Dars rejasi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852160" y="1874520"/>
            <a:ext cx="457200" cy="457200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10" name="Text 7"/>
          <p:cNvSpPr/>
          <p:nvPr/>
        </p:nvSpPr>
        <p:spPr>
          <a:xfrm>
            <a:off x="585216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1801368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Kolontitul nima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5852160" y="2660904"/>
            <a:ext cx="457200" cy="457200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0" y="26609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92240" y="2587752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Sahifa raqami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5852160" y="3447288"/>
            <a:ext cx="457200" cy="457200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6" name="Text 13"/>
          <p:cNvSpPr/>
          <p:nvPr/>
        </p:nvSpPr>
        <p:spPr>
          <a:xfrm>
            <a:off x="5852160" y="34472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492240" y="3374136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Matematik ifodalar (Equation)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852160" y="4233672"/>
            <a:ext cx="457200" cy="457200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9" name="Text 16"/>
          <p:cNvSpPr/>
          <p:nvPr/>
        </p:nvSpPr>
        <p:spPr>
          <a:xfrm>
            <a:off x="5852160" y="423367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6492240" y="4160520"/>
            <a:ext cx="52120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Joylashuvni sozlash</a:t>
            </a:r>
            <a:endParaRPr lang="en-US" sz="1450" dirty="0"/>
          </a:p>
        </p:txBody>
      </p:sp>
      <p:pic>
        <p:nvPicPr>
          <p:cNvPr id="21" name="Image 1" descr="/sessions/ecstatic-admiring-tesla/mnt/outputs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14-dars  •  Maqsad va reja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27AE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Nazariy asoslar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600200"/>
            <a:ext cx="731520" cy="731520"/>
          </a:xfrm>
          <a:prstGeom prst="ellipse">
            <a:avLst/>
          </a:prstGeom>
          <a:solidFill>
            <a:srgbClr val="E91E8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176479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Kolontitul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31520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Sahifa yuqori/quyi maydoni.</a:t>
            </a:r>
            <a:endParaRPr lang="en-US" sz="1080" dirty="0"/>
          </a:p>
        </p:txBody>
      </p:sp>
      <p:sp>
        <p:nvSpPr>
          <p:cNvPr id="9" name="Shape 6"/>
          <p:cNvSpPr/>
          <p:nvPr/>
        </p:nvSpPr>
        <p:spPr>
          <a:xfrm>
            <a:off x="4315968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90288" y="1600200"/>
            <a:ext cx="731520" cy="731520"/>
          </a:xfrm>
          <a:prstGeom prst="ellipse">
            <a:avLst/>
          </a:prstGeom>
          <a:solidFill>
            <a:srgbClr val="1FA8C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76479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90288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Sahifa raqami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90288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Avtomatik sahifa raqami.</a:t>
            </a:r>
            <a:endParaRPr lang="en-US" sz="1080" dirty="0"/>
          </a:p>
        </p:txBody>
      </p:sp>
      <p:sp>
        <p:nvSpPr>
          <p:cNvPr id="14" name="Shape 10"/>
          <p:cNvSpPr/>
          <p:nvPr/>
        </p:nvSpPr>
        <p:spPr>
          <a:xfrm>
            <a:off x="8174736" y="1325880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49056" y="1600200"/>
            <a:ext cx="731520" cy="731520"/>
          </a:xfrm>
          <a:prstGeom prst="ellipse">
            <a:avLst/>
          </a:prstGeom>
          <a:solidFill>
            <a:srgbClr val="27AE6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3648" y="176479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49056" y="2404872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449056" y="2770632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Kasr, daraja, ildiz yozish.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457200" y="3575304"/>
            <a:ext cx="3611880" cy="1993392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731520" y="3849624"/>
            <a:ext cx="731520" cy="731520"/>
          </a:xfrm>
          <a:prstGeom prst="ellipse">
            <a:avLst/>
          </a:prstGeom>
          <a:solidFill>
            <a:srgbClr val="E67E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112" y="4014216"/>
            <a:ext cx="402336" cy="40233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" y="4654296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Joylashuv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731520" y="5020056"/>
            <a:ext cx="313639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8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Chap, markaz, o'ng joylashuv.</a:t>
            </a:r>
            <a:endParaRPr lang="en-US" sz="1080" dirty="0"/>
          </a:p>
        </p:txBody>
      </p:sp>
      <p:pic>
        <p:nvPicPr>
          <p:cNvPr id="24" name="Image 4" descr="/sessions/ecstatic-admiring-tesla/mnt/outputs/assets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14-dars  •  Nazariy asoslar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6A2C91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Asosiy atamalar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5" name="Shape 3"/>
          <p:cNvSpPr/>
          <p:nvPr/>
        </p:nvSpPr>
        <p:spPr>
          <a:xfrm>
            <a:off x="658368" y="1591056"/>
            <a:ext cx="310896" cy="310896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137160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Header / Footer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572000" y="137160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Sahifaning yuqori va quyi takrorlanuvchi maydoni.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" y="2459736"/>
            <a:ext cx="310896" cy="310896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0" name="Text 8"/>
          <p:cNvSpPr/>
          <p:nvPr/>
        </p:nvSpPr>
        <p:spPr>
          <a:xfrm>
            <a:off x="1143000" y="22402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Number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2402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Avtomatik sahifa raqami.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11247120" cy="749808"/>
          </a:xfrm>
          <a:prstGeom prst="roundRect">
            <a:avLst>
              <a:gd name="adj" fmla="val 8537"/>
            </a:avLst>
          </a:prstGeom>
          <a:solidFill>
            <a:srgbClr val="F4F6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58368" y="3328416"/>
            <a:ext cx="310896" cy="310896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2"/>
          <p:cNvSpPr/>
          <p:nvPr/>
        </p:nvSpPr>
        <p:spPr>
          <a:xfrm>
            <a:off x="1143000" y="310896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000" y="310896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Matematik ifoda yozish vositasi.</a:t>
            </a:r>
            <a:endParaRPr lang="en-US" sz="1250" dirty="0"/>
          </a:p>
        </p:txBody>
      </p:sp>
      <p:pic>
        <p:nvPicPr>
          <p:cNvPr id="16" name="Image 0" descr="/sessions/ecstatic-admiring-tesla/mnt/outputs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14-dars  •  Atamalar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F2A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65615" y="4114800"/>
            <a:ext cx="4206240" cy="4206240"/>
          </a:xfrm>
          <a:prstGeom prst="ellipse">
            <a:avLst/>
          </a:prstGeom>
          <a:solidFill>
            <a:srgbClr val="1620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88720" y="411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Amaliy topshiriq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1155680" cy="841248"/>
          </a:xfrm>
          <a:prstGeom prst="roundRect">
            <a:avLst>
              <a:gd name="adj" fmla="val 8696"/>
            </a:avLst>
          </a:prstGeom>
          <a:solidFill>
            <a:srgbClr val="1FA8C9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243584"/>
            <a:ext cx="106070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"Hujjatimni rasmiylashtiraman"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438912" cy="438912"/>
          </a:xfrm>
          <a:prstGeom prst="ellipse">
            <a:avLst/>
          </a:prstGeom>
          <a:solidFill>
            <a:srgbClr val="E91E8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233172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261872" y="225856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Avvalgi hujjatlaringdan birini och.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3063240"/>
            <a:ext cx="438912" cy="438912"/>
          </a:xfrm>
          <a:prstGeom prst="ellipse">
            <a:avLst/>
          </a:prstGeom>
          <a:solidFill>
            <a:srgbClr val="1FA8C9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306324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261872" y="299008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Header'ga o'z ism-sharifingni yoz.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40080" y="3794760"/>
            <a:ext cx="438912" cy="438912"/>
          </a:xfrm>
          <a:prstGeom prst="ellipse">
            <a:avLst/>
          </a:prstGeom>
          <a:solidFill>
            <a:srgbClr val="27AE60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37947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261872" y="372160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Footer'ga sahifa raqamini joylashtir (chapda, markazda va o'ngda sinab ko'r).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438912" cy="438912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52628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261872" y="445312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Yangi sahifada kvadrat tenglama ax²+bx+c=0 ifodasini Equation bilan kirit.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640080" y="5257800"/>
            <a:ext cx="438912" cy="438912"/>
          </a:xfrm>
          <a:prstGeom prst="ellipse">
            <a:avLst/>
          </a:prstGeom>
          <a:solidFill>
            <a:srgbClr val="6A2C91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" y="5257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261872" y="5184648"/>
            <a:ext cx="1042416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350" dirty="0">
                <a:solidFill>
                  <a:srgbClr val="EAEE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Uning yechimi formulasini ham yozib, hujjatni saqla.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146304" cy="457200"/>
          </a:xfrm>
          <a:prstGeom prst="roundRect">
            <a:avLst>
              <a:gd name="adj" fmla="val 43750"/>
            </a:avLst>
          </a:prstGeom>
          <a:solidFill>
            <a:srgbClr val="E91E8C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 va uyga vazifa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2588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51560" y="13258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Nazorat savollari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48640" y="196596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05840" y="194767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Kolontitul nima?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269748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005840" y="267919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Sahifa raqami qanday qo'yiladi?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548640" y="342900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05840" y="341071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 nima uchun kerak?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48640" y="4160520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A8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005840" y="4142232"/>
            <a:ext cx="5486400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 va Footer farqi nima?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858000" y="1325880"/>
            <a:ext cx="4846320" cy="4160520"/>
          </a:xfrm>
          <a:prstGeom prst="roundRect">
            <a:avLst>
              <a:gd name="adj" fmla="val 2198"/>
            </a:avLst>
          </a:prstGeom>
          <a:solidFill>
            <a:srgbClr val="1F2A6E"/>
          </a:solidFill>
          <a:ln/>
          <a:effectLst>
            <a:outerShdw sx="100000" sy="100000" kx="0" ky="0" algn="bl" rotWithShape="0" blurRad="114300" dist="38100" dir="5400000">
              <a:srgbClr val="9AA5B8">
                <a:alpha val="2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8040" y="16459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772400" y="1645920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Uyga vazifa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7178040" y="2377440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Referatingiz uchun titul varaq tayyorlab, header va footer'ni rasmiylashtiring.</a:t>
            </a:r>
            <a:endParaRPr lang="en-US" sz="1450" dirty="0"/>
          </a:p>
        </p:txBody>
      </p:sp>
      <p:pic>
        <p:nvPicPr>
          <p:cNvPr id="18" name="Image 2" descr="/sessions/ecstatic-admiring-tesla/mnt/outputs/assets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6291072"/>
            <a:ext cx="1051560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645920" y="632764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Yoshlar Axborot Texnologiyalari Markazi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9814255" y="6327648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14-dars  •  Savollar va vazifa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14-dars: Kolontitullar va matematik ifodalar bilan ishlash</dc:title>
  <dc:subject>PptxGenJS Presentation</dc:subject>
  <dc:creator>IT Shaharcha</dc:creator>
  <cp:lastModifiedBy>IT Shaharcha</cp:lastModifiedBy>
  <cp:revision>1</cp:revision>
  <dcterms:created xsi:type="dcterms:W3CDTF">2026-06-16T17:14:44Z</dcterms:created>
  <dcterms:modified xsi:type="dcterms:W3CDTF">2026-06-16T17:14:44Z</dcterms:modified>
</cp:coreProperties>
</file>