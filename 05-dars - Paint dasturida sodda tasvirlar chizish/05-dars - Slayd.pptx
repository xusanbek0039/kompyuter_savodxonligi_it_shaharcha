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-1828800"/>
            <a:ext cx="4754880" cy="4754880"/>
          </a:xfrm>
          <a:prstGeom prst="ellipse">
            <a:avLst/>
          </a:prstGeom>
          <a:solidFill>
            <a:srgbClr val="16205A"/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846320"/>
            <a:ext cx="3291840" cy="3291840"/>
          </a:xfrm>
          <a:prstGeom prst="ellipse">
            <a:avLst/>
          </a:prstGeom>
          <a:solidFill>
            <a:srgbClr val="16205A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64008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5" name="Image 0" descr="/sessions/ecstatic-admiring-tesla/mnt/outputs/assets/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60120" y="868680"/>
            <a:ext cx="2377440" cy="914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651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1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05-DARS  •  2 SOAT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77240" y="3063240"/>
            <a:ext cx="106070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Paint dasturida sodda tasvirlar chizish</a:t>
            </a:r>
            <a:endParaRPr lang="en-US" sz="4000" dirty="0"/>
          </a:p>
        </p:txBody>
      </p:sp>
      <p:sp>
        <p:nvSpPr>
          <p:cNvPr id="8" name="Shape 5"/>
          <p:cNvSpPr/>
          <p:nvPr/>
        </p:nvSpPr>
        <p:spPr>
          <a:xfrm>
            <a:off x="822960" y="5074920"/>
            <a:ext cx="146304" cy="146304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9" name="Shape 6"/>
          <p:cNvSpPr/>
          <p:nvPr/>
        </p:nvSpPr>
        <p:spPr>
          <a:xfrm>
            <a:off x="1060704" y="5074920"/>
            <a:ext cx="146304" cy="146304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0" name="Shape 7"/>
          <p:cNvSpPr/>
          <p:nvPr/>
        </p:nvSpPr>
        <p:spPr>
          <a:xfrm>
            <a:off x="1298448" y="5074920"/>
            <a:ext cx="146304" cy="146304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1" name="Shape 8"/>
          <p:cNvSpPr/>
          <p:nvPr/>
        </p:nvSpPr>
        <p:spPr>
          <a:xfrm>
            <a:off x="1536192" y="5074920"/>
            <a:ext cx="146304" cy="146304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2" name="Shape 9"/>
          <p:cNvSpPr/>
          <p:nvPr/>
        </p:nvSpPr>
        <p:spPr>
          <a:xfrm>
            <a:off x="1773936" y="5074920"/>
            <a:ext cx="146304" cy="146304"/>
          </a:xfrm>
          <a:prstGeom prst="ellipse">
            <a:avLst/>
          </a:prstGeom>
          <a:solidFill>
            <a:srgbClr val="6A2C91"/>
          </a:solidFill>
          <a:ln/>
        </p:spPr>
      </p:sp>
      <p:sp>
        <p:nvSpPr>
          <p:cNvPr id="13" name="Shape 10"/>
          <p:cNvSpPr/>
          <p:nvPr/>
        </p:nvSpPr>
        <p:spPr>
          <a:xfrm>
            <a:off x="2011680" y="5074920"/>
            <a:ext cx="146304" cy="146304"/>
          </a:xfrm>
          <a:prstGeom prst="ellipse">
            <a:avLst/>
          </a:prstGeom>
          <a:solidFill>
            <a:srgbClr val="F1C40F"/>
          </a:solidFill>
          <a:ln/>
        </p:spPr>
      </p:sp>
      <p:sp>
        <p:nvSpPr>
          <p:cNvPr id="14" name="Shape 11"/>
          <p:cNvSpPr/>
          <p:nvPr/>
        </p:nvSpPr>
        <p:spPr>
          <a:xfrm>
            <a:off x="2249424" y="5074920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5989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Kompyuter savodxonligi kursi   |   «IT Shaharcha»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1FA8C9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Dars maqsadi va rejasi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5029200" cy="4480560"/>
          </a:xfrm>
          <a:prstGeom prst="roundRect">
            <a:avLst>
              <a:gd name="adj" fmla="val 2041"/>
            </a:avLst>
          </a:prstGeom>
          <a:solidFill>
            <a:srgbClr val="1F2A6E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54480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1572768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MAQSAD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77240" y="2286000"/>
            <a:ext cx="4434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E8E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Paint grafik muharririning asboblari bilan tanishtirish; sodda tasvir chizish, nusxalash va ranglash ko'nikmalarini shakllantirish.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852160" y="12801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Dars rejasi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5852160" y="1874520"/>
            <a:ext cx="457200" cy="457200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10" name="Text 7"/>
          <p:cNvSpPr/>
          <p:nvPr/>
        </p:nvSpPr>
        <p:spPr>
          <a:xfrm>
            <a:off x="585216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492240" y="1801368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Paint dasturi va asboblar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5852160" y="2660904"/>
            <a:ext cx="457200" cy="457200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3" name="Text 10"/>
          <p:cNvSpPr/>
          <p:nvPr/>
        </p:nvSpPr>
        <p:spPr>
          <a:xfrm>
            <a:off x="5852160" y="26609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492240" y="2587752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Cho'tka, shakl va rang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5852160" y="3447288"/>
            <a:ext cx="457200" cy="45720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6" name="Text 13"/>
          <p:cNvSpPr/>
          <p:nvPr/>
        </p:nvSpPr>
        <p:spPr>
          <a:xfrm>
            <a:off x="5852160" y="34472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492240" y="3374136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Tasvir chizish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852160" y="4233672"/>
            <a:ext cx="457200" cy="457200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9" name="Text 16"/>
          <p:cNvSpPr/>
          <p:nvPr/>
        </p:nvSpPr>
        <p:spPr>
          <a:xfrm>
            <a:off x="5852160" y="42336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492240" y="4160520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Nusxalash bilan ko'paytirish</a:t>
            </a:r>
            <a:endParaRPr lang="en-US" sz="1450" dirty="0"/>
          </a:p>
        </p:txBody>
      </p:sp>
      <p:pic>
        <p:nvPicPr>
          <p:cNvPr id="21" name="Image 1" descr="/sessions/ecstatic-admiring-tesla/mnt/outputs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05-dars  •  Maqsad va reja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27AE6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Nazariy asoslar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600200"/>
            <a:ext cx="731520" cy="731520"/>
          </a:xfrm>
          <a:prstGeom prst="ellipse">
            <a:avLst/>
          </a:prstGeom>
          <a:solidFill>
            <a:srgbClr val="E91E8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764792"/>
            <a:ext cx="402336" cy="4023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Paint dasturi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31520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sodda grafik muharriri.</a:t>
            </a:r>
            <a:endParaRPr lang="en-US" sz="1080" dirty="0"/>
          </a:p>
        </p:txBody>
      </p:sp>
      <p:sp>
        <p:nvSpPr>
          <p:cNvPr id="9" name="Shape 6"/>
          <p:cNvSpPr/>
          <p:nvPr/>
        </p:nvSpPr>
        <p:spPr>
          <a:xfrm>
            <a:off x="4315968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90288" y="1600200"/>
            <a:ext cx="731520" cy="731520"/>
          </a:xfrm>
          <a:prstGeom prst="ellipse">
            <a:avLst/>
          </a:prstGeom>
          <a:solidFill>
            <a:srgbClr val="1FA8C9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76479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90288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Asboblar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4590288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Qalam, cho'tka, to'ldirish, shakllar.</a:t>
            </a:r>
            <a:endParaRPr lang="en-US" sz="1080" dirty="0"/>
          </a:p>
        </p:txBody>
      </p:sp>
      <p:sp>
        <p:nvSpPr>
          <p:cNvPr id="14" name="Shape 10"/>
          <p:cNvSpPr/>
          <p:nvPr/>
        </p:nvSpPr>
        <p:spPr>
          <a:xfrm>
            <a:off x="8174736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49056" y="1600200"/>
            <a:ext cx="731520" cy="731520"/>
          </a:xfrm>
          <a:prstGeom prst="ellipse">
            <a:avLst/>
          </a:prstGeom>
          <a:solidFill>
            <a:srgbClr val="27AE60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3648" y="1764792"/>
            <a:ext cx="402336" cy="40233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49056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Ranglar paligi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8449056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1 va Color 2.</a:t>
            </a:r>
            <a:endParaRPr lang="en-US" sz="1080" dirty="0"/>
          </a:p>
        </p:txBody>
      </p:sp>
      <p:sp>
        <p:nvSpPr>
          <p:cNvPr id="19" name="Shape 14"/>
          <p:cNvSpPr/>
          <p:nvPr/>
        </p:nvSpPr>
        <p:spPr>
          <a:xfrm>
            <a:off x="457200" y="3575304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31520" y="3849624"/>
            <a:ext cx="731520" cy="731520"/>
          </a:xfrm>
          <a:prstGeom prst="ellipse">
            <a:avLst/>
          </a:prstGeom>
          <a:solidFill>
            <a:srgbClr val="E67E22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4014216"/>
            <a:ext cx="402336" cy="40233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1520" y="4654296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Tanlash va nusxalash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731520" y="5020056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Tanla, nusxala, ko'paytir.</a:t>
            </a:r>
            <a:endParaRPr lang="en-US" sz="1080" dirty="0"/>
          </a:p>
        </p:txBody>
      </p:sp>
      <p:pic>
        <p:nvPicPr>
          <p:cNvPr id="24" name="Image 4" descr="/sessions/ecstatic-admiring-tesla/mnt/outputs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6" name="Text 19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05-dars  •  Nazariy asoslar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6A2C91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Asosiy atamalar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5" name="Shape 3"/>
          <p:cNvSpPr/>
          <p:nvPr/>
        </p:nvSpPr>
        <p:spPr>
          <a:xfrm>
            <a:off x="658368" y="1591056"/>
            <a:ext cx="310896" cy="310896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137160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Grafik muharrir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572000" y="137160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Tasvir chizish va tahrirlash dasturi.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2459736"/>
            <a:ext cx="310896" cy="310896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224028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Palitra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0" y="224028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Ranglar tanlanadigan panel.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10896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13" name="Shape 11"/>
          <p:cNvSpPr/>
          <p:nvPr/>
        </p:nvSpPr>
        <p:spPr>
          <a:xfrm>
            <a:off x="658368" y="3328416"/>
            <a:ext cx="310896" cy="310896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310896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Fill (to'ldirish)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72000" y="310896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Yopiq sohani rang bilan to'ldirish asbobi.</a:t>
            </a:r>
            <a:endParaRPr lang="en-US" sz="1250" dirty="0"/>
          </a:p>
        </p:txBody>
      </p:sp>
      <p:pic>
        <p:nvPicPr>
          <p:cNvPr id="16" name="Image 0" descr="/sessions/ecstatic-admiring-tesla/mnt/outputs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05-dars  •  Atamalar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4114800"/>
            <a:ext cx="4206240" cy="4206240"/>
          </a:xfrm>
          <a:prstGeom prst="ellipse">
            <a:avLst/>
          </a:prstGeom>
          <a:solidFill>
            <a:srgbClr val="1620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566928" cy="56692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8720" y="4114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Amaliy topshiriq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207008"/>
            <a:ext cx="11155680" cy="841248"/>
          </a:xfrm>
          <a:prstGeom prst="roundRect">
            <a:avLst>
              <a:gd name="adj" fmla="val 8696"/>
            </a:avLst>
          </a:prstGeom>
          <a:solidFill>
            <a:srgbClr val="1FA8C9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243584"/>
            <a:ext cx="1060704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"Tog'li manzara" rasmini chiz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2331720"/>
            <a:ext cx="438912" cy="438912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233172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261872" y="225856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Paint dasturini och va yangi varaq tayyorla.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40080" y="3063240"/>
            <a:ext cx="438912" cy="438912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306324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261872" y="299008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Tog'lar, quyosh, daraxt va osmonni shakllar va cho'tka bilan chiz.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640080" y="3794760"/>
            <a:ext cx="438912" cy="438912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37947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261872" y="372160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 bir qismni Fill asbobi bilan mos rangga bo'ya.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40080" y="4526280"/>
            <a:ext cx="438912" cy="438912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452628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261872" y="445312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Bitta qush chizib, uni nusxalash orqali bir nechta qush hosil qil (ko'paytir).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640080" y="5257800"/>
            <a:ext cx="438912" cy="438912"/>
          </a:xfrm>
          <a:prstGeom prst="ellipse">
            <a:avLst/>
          </a:prstGeom>
          <a:solidFill>
            <a:srgbClr val="6A2C91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" y="5257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261872" y="518464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Rasmni "manzara.png" nomi bilan saqla.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E91E8C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Nazorat savollari va uyga vazifa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2588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51560" y="13258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Nazorat savollari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548640" y="196596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005840" y="194767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Paint qanday dastur?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269748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005840" y="267919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1 va Color 2 farqi nima?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34290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05840" y="341071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asbobi nima qiladi?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48640" y="41605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005840" y="414223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Tasvirni qanday nusxalab ko'paytiriladi?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858000" y="1325880"/>
            <a:ext cx="4846320" cy="4160520"/>
          </a:xfrm>
          <a:prstGeom prst="roundRect">
            <a:avLst>
              <a:gd name="adj" fmla="val 2198"/>
            </a:avLst>
          </a:prstGeom>
          <a:solidFill>
            <a:srgbClr val="1F2A6E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1645920"/>
            <a:ext cx="502920" cy="50292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772400" y="164592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Uyga vazifa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7178040" y="2377440"/>
            <a:ext cx="42062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E8E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Paint'da o'z uyingiz yoki sevimli hayvoningiz rasmini chizib saqlang.</a:t>
            </a:r>
            <a:endParaRPr lang="en-US" sz="1450" dirty="0"/>
          </a:p>
        </p:txBody>
      </p:sp>
      <p:pic>
        <p:nvPicPr>
          <p:cNvPr id="18" name="Image 2" descr="/sessions/ecstatic-admiring-tesla/mnt/outputs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05-dars  •  Savollar va vazifa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05-dars: Paint dasturida sodda tasvirlar chizish</dc:title>
  <dc:subject>PptxGenJS Presentation</dc:subject>
  <dc:creator>IT Shaharcha</dc:creator>
  <cp:lastModifiedBy>IT Shaharcha</cp:lastModifiedBy>
  <cp:revision>1</cp:revision>
  <dcterms:created xsi:type="dcterms:W3CDTF">2026-06-16T17:09:18Z</dcterms:created>
  <dcterms:modified xsi:type="dcterms:W3CDTF">2026-06-16T17:09:18Z</dcterms:modified>
</cp:coreProperties>
</file>