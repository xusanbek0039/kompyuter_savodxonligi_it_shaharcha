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Paint dasturida sodda tasvirlar chizish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grafik muharririning asboblari bilan tanishtirish; sodda tasvir chizish, nusxalash va ranglash ko'nikmalarini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dasturi va asboblar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Cho'tka, shakl va rang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 chizish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Nusxalash bilan ko'paytirish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Paint dasturi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sodda grafik muharriri.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Asboblar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Qalam, cho'tka, to'ldirish, shakllar.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Ranglar paligi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1 va Color 2.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Tanlash va nusxalash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Tanla, nusxala, ko'paytir.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muharrir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 chizish va tahrirlash dasturi.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Palitra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Ranglar tanlanadigan panel.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(to'ldirish)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Yopiq sohani rang bilan to'ldirish asbobi.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"Tog'li manzara" rasmini chiz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dasturini och va yangi varaq tayyorla.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Tog'lar, quyosh, daraxt va osmonni shakllar va cho'tka bilan chiz.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qismni Fill asbobi bilan mos rangga bo'ya.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qush chizib, uni nusxalash orqali bir nechta qush hosil qil (ko'paytir).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Rasmni "manzara.png" nomi bilan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qanday dastur?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1 va Color 2 farqi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asbobi nima qiladi?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Tasvirni qanday nusxalab ko'paytiriladi?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Paint'da o'z uyingiz yoki sevimli hayvoningiz rasmini chizib saqlang.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05-dars: Paint dasturida sodda tasvirlar chizish</dc:title>
  <dc:subject>PptxGenJS Presentation</dc:subject>
  <dc:creator>IT Shaharcha</dc:creator>
  <cp:lastModifiedBy>IT Shaharcha</cp:lastModifiedBy>
  <cp:revision>1</cp:revision>
  <dcterms:created xsi:type="dcterms:W3CDTF">2026-06-16T17:14:12Z</dcterms:created>
  <dcterms:modified xsi:type="dcterms:W3CDTF">2026-06-16T17:14:12Z</dcterms:modified>
</cp:coreProperties>
</file>