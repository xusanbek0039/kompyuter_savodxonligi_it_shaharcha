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Kompyuter tuzilishi, tashqi va ichki qurilmalar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O'quvchilarda kompyuterning umumiy tuzilishi, uning tashqi (periferiya) va ichki qurilmalari hamda ularning vazifalari haqida boshlang'ich tushuncha hosil qilish; klaviatura va sichqonchada ishonchli ishlash ko'nikmasini shakllantirish.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2880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7830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nima va u qanday ishlaydi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2160" y="261518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15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6946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Tashqi (periferiya) qurilmalar va ularning vazifasi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852160" y="340156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5584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Ichki qurilmalar - tizim bloki tarkibi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852160" y="418795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42232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 va chiqish qurilmalari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852160" y="4974336"/>
            <a:ext cx="457200" cy="457200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2" name="Text 19"/>
          <p:cNvSpPr/>
          <p:nvPr/>
        </p:nvSpPr>
        <p:spPr>
          <a:xfrm>
            <a:off x="5852160" y="4974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92240" y="492861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Amaliy mashq: klaviatura va sichqoncha trenajyori</a:t>
            </a:r>
            <a:endParaRPr lang="en-US" sz="1500" dirty="0"/>
          </a:p>
        </p:txBody>
      </p:sp>
      <p:pic>
        <p:nvPicPr>
          <p:cNvPr id="24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9997135" y="63276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Tashqi (periferiya) qurilmalar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18488"/>
            <a:ext cx="749808" cy="749808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792224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414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31520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ekranda tasvirlaydigan asosiy chiqish qurilmasi.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18488"/>
            <a:ext cx="749808" cy="749808"/>
          </a:xfrm>
          <a:prstGeom prst="ellipse">
            <a:avLst/>
          </a:prstGeom>
          <a:solidFill>
            <a:srgbClr val="1F2A6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1792224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414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Klaviatura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590288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Matn, raqam va buyruqlarni kiritish uchun xizmat qiladi.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18488"/>
            <a:ext cx="749808" cy="749808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1792224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414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Sichqoncha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449056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Kursorni boshqarish, tanlash va bosish qurilmasi.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67912"/>
            <a:ext cx="749808" cy="749808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041648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90872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Printer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31520" y="50383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 va rasmlarni qog'ozga chop etadi.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15968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90288" y="3867912"/>
            <a:ext cx="749808" cy="749808"/>
          </a:xfrm>
          <a:prstGeom prst="ellipse">
            <a:avLst/>
          </a:prstGeom>
          <a:solidFill>
            <a:srgbClr val="6A2C9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041648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90288" y="4690872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Kolonka / Quloqlik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4590288" y="50383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Tovush va ovozli ma'lumotni chiqaradi.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74736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49056" y="3867912"/>
            <a:ext cx="749808" cy="749808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2" y="4041648"/>
            <a:ext cx="402336" cy="40233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49056" y="4690872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Veb-kamera / Skaner</a:t>
            </a:r>
            <a:endParaRPr lang="en-US" sz="1550" dirty="0"/>
          </a:p>
        </p:txBody>
      </p:sp>
      <p:sp>
        <p:nvSpPr>
          <p:cNvPr id="33" name="Text 25"/>
          <p:cNvSpPr/>
          <p:nvPr/>
        </p:nvSpPr>
        <p:spPr>
          <a:xfrm>
            <a:off x="8449056" y="50383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 va videoni kompyuterga kiritadi.</a:t>
            </a:r>
            <a:endParaRPr lang="en-US" sz="1150" dirty="0"/>
          </a:p>
        </p:txBody>
      </p:sp>
      <p:pic>
        <p:nvPicPr>
          <p:cNvPr id="34" name="Image 6" descr="/sessions/ecstatic-admiring-tesla/mnt/outputs/assets/log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9997135" y="63276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Tashqi qurilmalar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Ichki qurilmalar - tizim bloki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18488"/>
            <a:ext cx="749808" cy="749808"/>
          </a:xfrm>
          <a:prstGeom prst="ellipse">
            <a:avLst/>
          </a:prstGeom>
          <a:solidFill>
            <a:srgbClr val="1F2A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792224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414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Protsessor (CPU)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31520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Kompyuterning "miyasi" - barcha hisob-amallarni bajaradi.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18488"/>
            <a:ext cx="749808" cy="749808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1792224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414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 xotira (RAM)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590288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Dasturlar ishlayotganda ma'lumotni vaqtinchalik saqlovchi tez xotira.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18488"/>
            <a:ext cx="749808" cy="749808"/>
          </a:xfrm>
          <a:prstGeom prst="ellipse">
            <a:avLst/>
          </a:prstGeom>
          <a:solidFill>
            <a:srgbClr val="6A2C9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1792224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41448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Ona plata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449056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Barcha qurilmalarni o'zaro bog'lovchi asosiy plata.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67912"/>
            <a:ext cx="749808" cy="749808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041648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90872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Qattiq disk (HDD/SSD)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31520" y="50383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va dasturlarni doimiy saqlaydigan xotira.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15968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90288" y="3867912"/>
            <a:ext cx="749808" cy="749808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041648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90288" y="4690872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karta (GPU)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4590288" y="50383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 va grafikani qayta ishlab monitorga uzatadi.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74736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49056" y="3867912"/>
            <a:ext cx="749808" cy="74980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2" y="4041648"/>
            <a:ext cx="402336" cy="40233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49056" y="4690872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Blok pitaniya</a:t>
            </a:r>
            <a:endParaRPr lang="en-US" sz="1550" dirty="0"/>
          </a:p>
        </p:txBody>
      </p:sp>
      <p:sp>
        <p:nvSpPr>
          <p:cNvPr id="33" name="Text 25"/>
          <p:cNvSpPr/>
          <p:nvPr/>
        </p:nvSpPr>
        <p:spPr>
          <a:xfrm>
            <a:off x="8449056" y="50383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 quvvatini qurilmalarga taqsimlaydi.</a:t>
            </a:r>
            <a:endParaRPr lang="en-US" sz="1150" dirty="0"/>
          </a:p>
        </p:txBody>
      </p:sp>
      <p:pic>
        <p:nvPicPr>
          <p:cNvPr id="34" name="Image 6" descr="/sessions/ecstatic-admiring-tesla/mnt/outputs/assets/log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9997135" y="63276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Ichki qurilmalar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Kirish va chiqish qurilmalari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64592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Kirish qurilmalari (Input)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868680" y="2761488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9" name="Text 6"/>
          <p:cNvSpPr/>
          <p:nvPr/>
        </p:nvSpPr>
        <p:spPr>
          <a:xfrm>
            <a:off x="1170432" y="26060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Klaviatura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3310128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1170432" y="31546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Sichqoncha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68680" y="3858768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3" name="Text 10"/>
          <p:cNvSpPr/>
          <p:nvPr/>
        </p:nvSpPr>
        <p:spPr>
          <a:xfrm>
            <a:off x="1170432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Skaner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68680" y="4407408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5" name="Text 12"/>
          <p:cNvSpPr/>
          <p:nvPr/>
        </p:nvSpPr>
        <p:spPr>
          <a:xfrm>
            <a:off x="1170432" y="425196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Mikrofon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68680" y="4956048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7" name="Text 14"/>
          <p:cNvSpPr/>
          <p:nvPr/>
        </p:nvSpPr>
        <p:spPr>
          <a:xfrm>
            <a:off x="1170432" y="480060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Veb-kamera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00800" y="132588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9" name="Shape 16"/>
          <p:cNvSpPr/>
          <p:nvPr/>
        </p:nvSpPr>
        <p:spPr>
          <a:xfrm>
            <a:off x="6720840" y="1645920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810512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589520" y="164592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Chiqish qurilmalari (Output)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812280" y="2761488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3" name="Text 19"/>
          <p:cNvSpPr/>
          <p:nvPr/>
        </p:nvSpPr>
        <p:spPr>
          <a:xfrm>
            <a:off x="7114032" y="26060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6812280" y="3310128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5" name="Text 21"/>
          <p:cNvSpPr/>
          <p:nvPr/>
        </p:nvSpPr>
        <p:spPr>
          <a:xfrm>
            <a:off x="7114032" y="31546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Printer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812280" y="3858768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7" name="Text 23"/>
          <p:cNvSpPr/>
          <p:nvPr/>
        </p:nvSpPr>
        <p:spPr>
          <a:xfrm>
            <a:off x="7114032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Kolonka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4407408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9" name="Text 25"/>
          <p:cNvSpPr/>
          <p:nvPr/>
        </p:nvSpPr>
        <p:spPr>
          <a:xfrm>
            <a:off x="7114032" y="425196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Proyektor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6812280" y="4956048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31" name="Text 27"/>
          <p:cNvSpPr/>
          <p:nvPr/>
        </p:nvSpPr>
        <p:spPr>
          <a:xfrm>
            <a:off x="7114032" y="480060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Quloqlik</a:t>
            </a:r>
            <a:endParaRPr lang="en-US" sz="1500" dirty="0"/>
          </a:p>
        </p:txBody>
      </p:sp>
      <p:pic>
        <p:nvPicPr>
          <p:cNvPr id="32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9997135" y="63276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Kirish / Chiqish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23444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80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Sichqoncha va klaviatura trenajyorlarida ishlash. Yozuv tezligini daqiqasiga 30-35 belgiga yetkazish.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2368296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Kompyuterni yoqing va klaviatura trenajyorini oching (masalan: stamina, klava.org yoki ratatype.com).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280160" y="3118104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Barmoqlarni standart holatga qo'ying (chap qo'l ASDF, o'ng qo'l JKL;) va ekranga qaramay yozishga harakat qiling.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3922776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922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80160" y="3867912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Berilgan matnni xato qilmasdan tering; tezlikni asta-sekin daqiqasiga 30-35 belgiga yetkazing.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672584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6725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80160" y="4617720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Sichqoncha trenajyorida nishonni bosish, ikki marta bosish va ushlab tortish (drag) mashqlarini bajaring.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5422392"/>
            <a:ext cx="457200" cy="457200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422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367528"/>
            <a:ext cx="10332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Yakuniy tezlik va xatolar sonini daftaringizga yozib oling.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Kompyuterning tashqi va ichki qurilmalari bir-biridan nimasi bilan farq qiladi?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05840" y="2660904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Protsessor (CPU) qanday vazifani bajaradi?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05840" y="3374136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bilan qattiq disk orasidagi asosiy farq nima?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05840" y="4087368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 va chiqish qurilmalariga 3 tadan misol keltiring.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864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05840" y="4800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 plataning (motherboard) vazifasi nima?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kompyuteringiz yoki telefoningizdagi qurilmalarni ro'yxatga oling va har birini kirish/chiqish hamda ichki/tashqi turlarga ajrating. Klaviatura yozuv tezligingizni daqiqasiga 35 belgiga yetkazishga harakat qiling.</a:t>
            </a:r>
            <a:endParaRPr lang="en-US" sz="1500" dirty="0"/>
          </a:p>
        </p:txBody>
      </p:sp>
      <p:pic>
        <p:nvPicPr>
          <p:cNvPr id="20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9997135" y="63276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01-dars: Kompyuter tuzilishi, tashqi va ichki qurilmalar</dc:title>
  <dc:subject>PptxGenJS Presentation</dc:subject>
  <dc:creator>IT Shaharcha</dc:creator>
  <cp:lastModifiedBy>IT Shaharcha</cp:lastModifiedBy>
  <cp:revision>1</cp:revision>
  <dcterms:created xsi:type="dcterms:W3CDTF">2026-06-16T16:37:52Z</dcterms:created>
  <dcterms:modified xsi:type="dcterms:W3CDTF">2026-06-16T16:37:52Z</dcterms:modified>
</cp:coreProperties>
</file>