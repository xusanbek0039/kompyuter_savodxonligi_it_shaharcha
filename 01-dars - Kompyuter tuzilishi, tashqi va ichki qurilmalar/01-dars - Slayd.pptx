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Kompyuter tuzilishi, tashqi va ichki qurilmalar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O'quvchilarda kompyuterning umumiy tuzilishi, tashqi va ichki qurilmalari hamda ularning vazifalari haqida tushuncha hosil qilish; klaviatura va sichqonchada ishonchli ishlash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nima va u qanday ishlaydi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(periferiya) qurilmalar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qurilmalar — tizim bloki tarkibi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va chiqish qurilmalari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Kompyuter nima?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qayta ishlovchi elektron qurilma.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Tashqi qurilmalar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klaviatura, sichqoncha, printer va h.k.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Ichki qurilmalar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disk, ona plata, GPU.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Kirish/chiqish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ma'lumot kiritadi, output chiqaradi.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Kompyuterning barcha jismoniy qurilmalari yig'indisi.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/ RAM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protsessor va operativ xotira — eng asosiy ichki qismlar.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 va Bayt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o'lchov birliklari: 1 bayt = 8 bit.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"Tezyozar bo'l!" — klaviatura va sichqoncha mashqi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Klaviatura trenajyorini och (stamina, klava.org yoki ratatype.com).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Barmoqlarni standart holatga qo'y: chap qo'l A S D F, o'ng qo'l J K L ; ustida.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Berilgan matnni ekranga qaramaslikka harakat qilib, xatosiz ter.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Sichqoncha trenajyorida nishonni bosish, ikki marta bosish va ushlab tortish (drag) mashqlarini bajar.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tezlik (belgi/daqiqa) va xatolar sonini daftaringga yozib qo'y.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va ichki qurilmalar nimasi bilan farq qiladi?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(CPU) qanday vazifani bajaradi?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bilan qattiq disk orasidagi farq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va chiqish qurilmalariga 3 tadan misol keltiring.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qurilmalaringizni ro'yxatga olib, har birini kirish/chiqish va ichki/tashqi turlarga ajrating; klaviatura tezligini 35 belgiga yetkazishga harakat qiling.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01-dars: Kompyuter tuzilishi, tashqi va ichki qurilmalar</dc:title>
  <dc:subject>PptxGenJS Presentation</dc:subject>
  <dc:creator>IT Shaharcha</dc:creator>
  <cp:lastModifiedBy>IT Shaharcha</cp:lastModifiedBy>
  <cp:revision>1</cp:revision>
  <dcterms:created xsi:type="dcterms:W3CDTF">2026-06-16T17:14:00Z</dcterms:created>
  <dcterms:modified xsi:type="dcterms:W3CDTF">2026-06-16T17:14:00Z</dcterms:modified>
</cp:coreProperties>
</file>