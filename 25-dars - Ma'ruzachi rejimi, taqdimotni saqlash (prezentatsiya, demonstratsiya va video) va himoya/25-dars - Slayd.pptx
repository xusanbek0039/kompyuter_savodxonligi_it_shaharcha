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Ma'ruzachi rejimi, taqdimotni saqlash (prezentatsiya, demonstratsiya va video) va himoya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Ma'ruzachi rejimi (Presenter View) va taqdimotni turli formatlarda saqlash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Ma'ruzachi rejimi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 ekranli namoyish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Saqlash formatlari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Himoya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Ma'ruzachi rejimi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Eslatma + keyingi slayd.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Ikki ekran (Win+P)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Win+P — proyektor ulash.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Saqlash formatlari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pptx, ppsx, mp4.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Himoya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 va yakuniy rejim.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Presenter View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Ma'ruzachi uchun maxsus namoyish rejimi.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.ppsx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namoyish (slayd-shou) formati.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(mp4)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Taqdimotni video qilib saqlash.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"Sahna ortidagi ma'ruzachi"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Taqdimotinga ma'ruzachi eslatmalarini (Notes) yoz.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Win+P bilan ikki ekranli rejimni yoq va ma'ruzachi rejimini sina.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Joriy slaydni tomoshabinga, eslatmalarni o'zinga ko'rsatishni sozla.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uchun alohida papka yaratib, uni pptx, ppsx va mp4 formatlarida saqla.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Faylni parol bilan himoyala.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View qanday yordam beradi?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Win+P nima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pptx, ppsx va mp4 farqi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Taqdimotni qanday himoyalanadi?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taqdimotingizni mp4 video qilib eksport qiling va uni telefonda ko'rib chiqing.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25-dars: Ma'ruzachi rejimi, taqdimotni saqlash (prezentatsiya, demonstratsiya va video) va himoya</dc:title>
  <dc:subject>PptxGenJS Presentation</dc:subject>
  <dc:creator>IT Shaharcha</dc:creator>
  <cp:lastModifiedBy>IT Shaharcha</cp:lastModifiedBy>
  <cp:revision>1</cp:revision>
  <dcterms:created xsi:type="dcterms:W3CDTF">2026-06-16T17:15:26Z</dcterms:created>
  <dcterms:modified xsi:type="dcterms:W3CDTF">2026-06-16T17:15:26Z</dcterms:modified>
</cp:coreProperties>
</file>