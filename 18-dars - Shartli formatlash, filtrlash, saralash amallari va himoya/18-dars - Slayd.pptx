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Shartli formatlash, filtrlash, saralash amallari va himoya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Excel'da shartli formatlash, ma'lumotlarni saralash va filtrlash hamda jadvalni himoyalash ko'nikmalarini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Shartli formatlash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Saralash (Sort)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Filtrlash (Filter)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Jadvalni himoyalash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Shartli formatlash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Qiymatga qarab avtobo'yash.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Saralash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O'sish/kamayish tartibi.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Filtrlash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Kerakli satrlarni ko'rsatish.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Himoya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Kataklarni qulflash.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Formatting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 asosida avtomatik formatlash.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 tartibga solish.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Shartga mos ma'lumotni ajratib ko'rsatish.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"Rangli signalli jadval"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17-darsdagi oylik ish haqi jadvalini och.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8 750 000 dan ortiq ish haqi qizil fonda ko'rinsin (shartli formatlash).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500 000 dan kam summa sariq fonda ko'rinsin.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Oraliq qiymatlar yashil fonda bo'lsin.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 ish haqi bo'yicha kamayish tartibida sarala va jadvalni himoyala.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Shartli formatlash nima qiladi?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va Filter farqi nima?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Filtrlash qanday foyda beradi?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Jadvalni nima uchun himoyalaymiz?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baholaringiz jadvalini tuzib, 5 baholarini yashil, 3 baholarini qizil rangda shartli formatlang.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18-dars: Shartli formatlash, filtrlash, saralash amallari va himoya</dc:title>
  <dc:subject>PptxGenJS Presentation</dc:subject>
  <dc:creator>IT Shaharcha</dc:creator>
  <cp:lastModifiedBy>IT Shaharcha</cp:lastModifiedBy>
  <cp:revision>1</cp:revision>
  <dcterms:created xsi:type="dcterms:W3CDTF">2026-06-16T17:10:36Z</dcterms:created>
  <dcterms:modified xsi:type="dcterms:W3CDTF">2026-06-16T17:10:36Z</dcterms:modified>
</cp:coreProperties>
</file>