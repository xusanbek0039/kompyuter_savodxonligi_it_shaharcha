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Slayd maketi, dizayni, o'tish (Transition) sozlamalari bilan ishlash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 maketi, dizayn mavzulari va o'tish effektlari (Transition) bilan tanishtirish; taqdimotni jozibali bezash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 maketi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Dizayn mavzulari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O'tish effektlari (Transition)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xil uslub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Maket (Layout)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Elementlar joylashuvi.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Dizayn mavzusi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Yagona rang va shrift uslubi.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Slaydlararo o'tish effekti.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xil uslub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Yaxlit, tartibli ko'rinish.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(maket)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 elementlarining joylashuv shabloni.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 (mavzu)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Slaydlar uchun yagona dizayn uslubi.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Slaydlararo o'tish animatsiyasi.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"Taqdimotimni bezayman"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22-darsда tayyorlagan PowerPoint taqdimotingni och.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slaydга mos maket (Layout) tanla.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taqdimotга yagona dizayn mavzusini (Theme) qo'lla.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Slaydlararo o'tish (Transition) effektini sozla.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Slides taqdimotingда ham yangi dizayn va o'tish effektlarini qo'llab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Maket nima vazifani bajaradi?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Dizayn mavzusi (Theme) nima beradi?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nima?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yagona uslub muhim?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taqdimotни uch xil dizayn mavzusida sinab ko'rib, qaysi biri chiroyliroq ekanini aniqlang.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23-dars: Slayd maketi, dizayni, o'tish (Transition) sozlamalari bilan ishlash</dc:title>
  <dc:subject>PptxGenJS Presentation</dc:subject>
  <dc:creator>IT Shaharcha</dc:creator>
  <cp:lastModifiedBy>IT Shaharcha</cp:lastModifiedBy>
  <cp:revision>1</cp:revision>
  <dcterms:created xsi:type="dcterms:W3CDTF">2026-06-16T17:11:16Z</dcterms:created>
  <dcterms:modified xsi:type="dcterms:W3CDTF">2026-06-16T17:11:16Z</dcterms:modified>
</cp:coreProperties>
</file>