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Photoshop'da 3D shakllar va turli effektlar yaratish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Photoshop'da 3D effektlar va Layer Style imkoniyatlari bilan tanishtirish; matnga hajmli ko'rinish berish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effekt tushunchasi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Style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3D usuli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Parallax effekt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effekt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Hajmli, chuqurli ko'rinish.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Qatlam nusxalari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Ko'p nusxa = hajm.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Style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Bevel, Emboss, Shadow.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Parallax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Harakatli 3D effekt.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effekt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Hajmli, chuqurli ko'rinish.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Style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Qatlamga qo'llaniladigan tayyor effektlar.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Parallax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Qatlamlar siljishidan hosil bo'luvchi harakat effekti.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"Ismim — 3D'da"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Photoshop'da o'z ismingni yoz.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 qatlamini 20–30 marta nusxalab (Ctrl+J), siljitib birlashtirib 3D effekt hosil qil.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Familiyangni Layer Style (Bevel &amp; Emboss, Drop Shadow) bilan Fake 3D ko'rinishga keltir.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Tumaning nomini Parallax effekt (3D video) uchun tayyorla.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Natijani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effekt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Ko'p qatlam nusxalari qanday 3D hosil qiladi?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Style qanday effektlar beradi?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Parallax nima?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Sevimli so'zingiz yoki shioringizni 3D effekt bilan bezab, rasm qilib saqlang.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31-dars: Photoshop'da 3D shakllar va turli effektlar yaratish</dc:title>
  <dc:subject>PptxGenJS Presentation</dc:subject>
  <dc:creator>IT Shaharcha</dc:creator>
  <cp:lastModifiedBy>IT Shaharcha</cp:lastModifiedBy>
  <cp:revision>1</cp:revision>
  <dcterms:created xsi:type="dcterms:W3CDTF">2026-06-16T17:15:52Z</dcterms:created>
  <dcterms:modified xsi:type="dcterms:W3CDTF">2026-06-16T17:15:52Z</dcterms:modified>
</cp:coreProperties>
</file>