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Taqdimotlar bilan ishlash. Offline va online dasturlar (PowerPoint va Google Slides)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 dasturlari bilan tanishtirish; slayd yaratish, matn va rasm qo'shish orqali sodda taqdimot tayyorlash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interfeysi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Slayd va kontent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Slides (online)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Taqdimot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Slaydlar orqali fikr yetkazish.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Slayd qo'shish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Slide — yangi sahifa.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 + rasm + ro'yxat.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Slides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taqdimot dasturi.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Slayd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Taqdimotning bitta sahifasi.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Maket (Layout)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Slayddagi elementlar joylashuvi.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Slides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Bulutli taqdimot dasturi.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"O'zimni taqdim etaman"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PowerPoint'da o'zing ishtirok etayotgan to'garak haqida offline taqdimot tayyorla.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Unga sarlavha, 3–4 slayd matn va mos rasmlar qo'sh.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Slides'da o'qiyotgan ta'lim muassasang haqida online taqdimot yarat.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slaydда kam matn, ko'p ko'rgazma qoidasiga amal qil.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Ikkala taqdimotni saqla.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Taqdimot nima uchun kerak?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Slayd va maket nima?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Yaxshi slayd qanday bo'ladi?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va Google Slides farqi nimada?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Sevimli sport turingiz yoki hobbingiz haqida 5 slaydli taqdimot tayyorlang.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22-dars: Taqdimotlar bilan ishlash. Offline va online dasturlar (PowerPoint va Google Slides)</dc:title>
  <dc:subject>PptxGenJS Presentation</dc:subject>
  <dc:creator>IT Shaharcha</dc:creator>
  <cp:lastModifiedBy>IT Shaharcha</cp:lastModifiedBy>
  <cp:revision>1</cp:revision>
  <dcterms:created xsi:type="dcterms:W3CDTF">2026-06-16T17:11:13Z</dcterms:created>
  <dcterms:modified xsi:type="dcterms:W3CDTF">2026-06-16T17:11:13Z</dcterms:modified>
</cp:coreProperties>
</file>