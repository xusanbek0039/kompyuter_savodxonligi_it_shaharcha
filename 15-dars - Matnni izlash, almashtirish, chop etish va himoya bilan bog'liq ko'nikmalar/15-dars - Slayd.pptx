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Matnni izlash, almashtirish, chop etish va himoya bilan bog'liq ko'nikmalar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Hujjatda matnni izlash va almashtirish, chop etishga tayyorlash hamda himoyalash ko'nikmalarini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Izlash (Find)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Almashtirish (Replace)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 etish (Print)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Hujjatni himoyalash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Izlash (Ctrl+F)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Ctrl+F — so'zni topish.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Almashtirish (Ctrl+H)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Ctrl+H — so'zni almashtirish.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Chop etish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Ctrl+P — chop etish.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Himoya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 va read-only himoya.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/ Replace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Izlash va almashtirish vositalari.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Preview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Chop etishdan oldingi ko'rinish.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Read-only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Faqat o'qishga ruxsat rejimi.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"Topib almashtiraman" — matn detektivi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Oldin yaratgan hujjatingni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Ctrl+F bilan o'z ism-sharifingni hujjatdan topib ko'r.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Ctrl+H bilan o'sha ismni boshqa ism bilan bir yo'la almashtir (Replace All).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Barcha o'zgarishlarni Ctrl+Z bilan bekor qil.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Hujjatni chop etishga tayyorla (Print Preview) va parol bilan himoyala.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Ctrl+F nima qiladi?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va Replace All farqi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Preview nima uchun kerak?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Hujjatni qanday himoyalash mumkin?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matnda eng ko'p uchragan so'zni Find bilan toping va uni sinonim bilan almashtiring.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15-dars: Matnni izlash, almashtirish, chop etish va himoya bilan bog'liq ko'nikmalar</dc:title>
  <dc:subject>PptxGenJS Presentation</dc:subject>
  <dc:creator>IT Shaharcha</dc:creator>
  <cp:lastModifiedBy>IT Shaharcha</cp:lastModifiedBy>
  <cp:revision>1</cp:revision>
  <dcterms:created xsi:type="dcterms:W3CDTF">2026-06-16T17:14:48Z</dcterms:created>
  <dcterms:modified xsi:type="dcterms:W3CDTF">2026-06-16T17:14:48Z</dcterms:modified>
</cp:coreProperties>
</file>