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Qatlamlar va ranglar bilan ishlash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Photoshop'dagi qatlamlar (Layers) va ranglar bilan ishlashni o'rgatish; montaj yaratish va qatlamlarni birlashtirish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Qatlam (Layer)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Qatlamlar bilan ishlash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Ranglar bilan ishlash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Birlashtirish va saqlash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Qatlam (Layer)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Shaffof varaklar to'plami.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Qatlam amallari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Ko'chirish, yashirish, opacity.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Ranglar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Foreground/Background rang.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Birlashtirish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Qatlamlarni birlashtirish.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(qatlam)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Mustaqil tahrirlanadigan tasvir qavati.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Opacity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Qatlam shaffoflik darajasi.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 / Flatten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Qatlamlarni birlashtirish.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"Dunyo sayohati" — foto montaj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fotosuratingni Photoshop'da och.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Ben va Eyfel minorasi tasvirlarini alohida qatlam sifatida yukla.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 rasmingni qatlam funksiyalaridan foydalanib ular yoniga joylashtir.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Ranglar va yorug'likni moslab, tabiiy ko'rinish ber.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Qatlamlarni birlashtir va yakuniy natijani JPG hamda PSD formatlarida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Qatlam (Layer)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Opacity nima qiladi?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Foreground va Background rang farqi nima?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va Flatten nima uchun kerak?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O'zingni sevimli shaharingiz yoki sayyorangiz fonida montaj qiling.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30-dars: Qatlamlar va ranglar bilan ishlash</dc:title>
  <dc:subject>PptxGenJS Presentation</dc:subject>
  <dc:creator>IT Shaharcha</dc:creator>
  <cp:lastModifiedBy>IT Shaharcha</cp:lastModifiedBy>
  <cp:revision>1</cp:revision>
  <dcterms:created xsi:type="dcterms:W3CDTF">2026-06-16T17:15:41Z</dcterms:created>
  <dcterms:modified xsi:type="dcterms:W3CDTF">2026-06-16T17:15:41Z</dcterms:modified>
</cp:coreProperties>
</file>