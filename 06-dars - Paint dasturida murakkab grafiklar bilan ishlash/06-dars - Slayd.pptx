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Paint dasturida murakkab grafiklar bilan ishlash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Tayyor fotosuratlarni Paint'da ochish, aylantirish, akslantirish va o'lchamini o'zgartirish ko'nikmalarini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Rasmni ochish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Aylantirish va akslantirish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O'lchamni o'zgartirish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Saqlash formatlari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Rasmni ochish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→ Open bilan rasm ochish.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Aylantirish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90°/180° aylantirish.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Akslantirish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Oyna kabi aks ettirish.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O'lcham (Resize)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Piksellarda aniq o'lcham.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Tasvirni burchakka aylantirish.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Tasvirni aks ettirish (oynadagi kabi).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Piksel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Tasvirning eng kichik nuqtasi; o'lcham birligi.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"Fotoni qayta ishla"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Paint'da istalgan fotosuratni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Rasmni o'ng tomonga 90° aylantir, so'ng asl holiga qaytar.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Tasvirni oynadagi kabi chap-o'ng akslantir (Flip horizontal).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 o'lchamini aniq 200x120 piksel qilib o'zgartir.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Natijani "foto_qayta.png" nomi bilan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qaysi rasm formatlarini ochadi?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va Flip farqi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 o'lchamini qanday aniq beriladi?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rasmingizni Paint'da ochib, turli o'lchamlarda 3 ta nusxada saqlang.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06-dars: Paint dasturida murakkab grafiklar bilan ishlash</dc:title>
  <dc:subject>PptxGenJS Presentation</dc:subject>
  <dc:creator>IT Shaharcha</dc:creator>
  <cp:lastModifiedBy>IT Shaharcha</cp:lastModifiedBy>
  <cp:revision>1</cp:revision>
  <dcterms:created xsi:type="dcterms:W3CDTF">2026-06-16T17:14:16Z</dcterms:created>
  <dcterms:modified xsi:type="dcterms:W3CDTF">2026-06-16T17:14:16Z</dcterms:modified>
</cp:coreProperties>
</file>