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Animatsiyalar, ularning turlari, tartibi va vaqt parametrlarini boshqarish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obyektlariga animatsiya qo'llash, ularning turlari va vaqt parametrlarini boshqarish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 turlari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Tartib va boshqaruv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Vaqt parametrlari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Animatsiya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Obyektlar harakati.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Turlari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Kirish, e'tibor, chiqish.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Tartib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Ketma-ketlikni boshqarish.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Vaqt parametrlari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Davomiylik va kechikish.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Entrance / Exit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Kirib kelish va chiqib ketish animatsiyasi.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Animation Pane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Animatsiyalarni boshqarish paneli.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 davom etish vaqti.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"Slaydlarni jonlantir"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taqdimotingdagi har bir obyektга animatsiya qo'lla.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Barcha matnli obyektларга kirib kelish (yashil) effektini ber.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Tasvirларга e'tibor jalb qiluvchi (sariq) effektni qo'lla.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slayd 10 soniya namoyish etilib, 3 soniyali o'tish bilan avtomatik almashsin.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Vaqt parametrlarини sozlab, taqdimotни to'liq namoyish qil.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 nima beradi?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va Exit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Animatsiya tartibi qayerда boshqariladi?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va Delay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slaydда 3 ta obyektга har xil animatsiya qo'llab, ularning ketma-ketligini sozlang.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24-dars: Animatsiyalar, ularning turlari, tartibi va vaqt parametrlarini boshqarish</dc:title>
  <dc:subject>PptxGenJS Presentation</dc:subject>
  <dc:creator>IT Shaharcha</dc:creator>
  <cp:lastModifiedBy>IT Shaharcha</cp:lastModifiedBy>
  <cp:revision>1</cp:revision>
  <dcterms:created xsi:type="dcterms:W3CDTF">2026-06-16T17:11:19Z</dcterms:created>
  <dcterms:modified xsi:type="dcterms:W3CDTF">2026-06-16T17:11:19Z</dcterms:modified>
</cp:coreProperties>
</file>