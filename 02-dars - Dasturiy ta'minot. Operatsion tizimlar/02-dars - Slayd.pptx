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Dasturiy ta'minot. Operatsion tizimlar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ta'minot turlari va operatsion tizimning vazifasi bilan tanishtirish; ish stoli elementlarini boshqarish, fayllarni o'chirish va Korzinkadan tiklash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ta'minot turlari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nima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va piktogrammalar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o'chirish va tiklash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Dasturiy ta'minot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Tizimli va amaliy dasturlar.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Linux, Android.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 stoli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Piktogramma, panel, Pusk tugmasi.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Korzinka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O'chirilgan fayl tiklanadi.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ishini boshqaradigan asosiy tizimli dastur.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Piktogramma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yoki faylni ifodalovchi kichik rasm-yorliq.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Korzinka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O'chirilgan fayllar vaqtincha saqlanadigan joy.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"Ish stolini o'zingga moslashtir"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stolidagi barcha piktogrammalar o'lchamini kattalashtir, so'ng o'z holiga qaytar.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Chapdagi yorliqlarni o'ng tomonga, o'ngdagilarni chapga ko'chir.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stolini Planshet (Tablet) rejimiga o'tkaz va yana asl holiga qaytar.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keraksiz piktogrammani DELETE tugmasi bilan o'chir.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O'chirilgan elementni Korzinkadan toping va qayta tiklang.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Tizimli va amaliy dasturlarga misol keltiring.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tizimning asosiy vazifasi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o'chirilganda u qayerga tushadi?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Korzinkadan faylni qanday tiklash mumkin?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kompyuteringizdagi 3 ta tizimli va 3 ta amaliy dasturni aniqlab, daftaringizga yozing.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02-dars: Dasturiy ta'minot. Operatsion tizimlar</dc:title>
  <dc:subject>PptxGenJS Presentation</dc:subject>
  <dc:creator>IT Shaharcha</dc:creator>
  <cp:lastModifiedBy>IT Shaharcha</cp:lastModifiedBy>
  <cp:revision>1</cp:revision>
  <dcterms:created xsi:type="dcterms:W3CDTF">2026-06-16T17:09:08Z</dcterms:created>
  <dcterms:modified xsi:type="dcterms:W3CDTF">2026-06-16T17:09:08Z</dcterms:modified>
</cp:coreProperties>
</file>