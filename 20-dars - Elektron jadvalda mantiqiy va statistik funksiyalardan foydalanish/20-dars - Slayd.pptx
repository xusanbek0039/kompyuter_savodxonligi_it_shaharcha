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jadvalda mantiqiy va statistik funksiyalardan foydalanish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Mantiqiy (IF) va statistik funksiyalar bilan tanishtirish; shartga asoslangan avtomatik xulosa chiqarish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Mantiqiy funksiyalar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(AGAR) sharti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funksiyalar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Shartli xulosa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Mantiqiy funksiya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Shartni tekshiruvchi funksiya.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Juft/toq aniqlash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+ IF bilan juft/toq.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 funksiyalar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MAX, MIN, COUNT.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Ichma-ich IF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ichida IF (nested).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(AGAR)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Shartga asoslangan mantiqiy funksiya.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Bo'lishdan qoladigan qoldiqni topadi.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COUNTIF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Shartga mos kataklar sonini sanaydi.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"Aqlli jadval" — shartlarni hal qil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Kiritilgan sonning juft yoki toqligini aniqlovchi formula tuz.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Sonning musbat, manfiy yoki nolligini aniqlovchi formula yoz.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Yoshga qarab guruhni aniqlovchi formula tuz: uyda 0–2, bog'cha 3–6, maktab 7–18, OTM 19–23, ish 24–60, nafaqa 60+.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misol kiritib, formulalar to'g'riligini tekshir.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saqlab, eng katta va eng kichik yoshni MAX/MIN bilan top.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funksiyasi nima qiladi?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funksiyasi qanday ishlaydi?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Juft/toqlikni qanday aniqlanadi?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funksiyalarga misol keltiring.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Sinfdoshlaringiz yoshini jadvalga kiritib, IF bilan har birining qaysi guruhga (maktab/OTM) tegishliligini aniqlang.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20-dars: Elektron jadvalda mantiqiy va statistik funksiyalardan foydalanish</dc:title>
  <dc:subject>PptxGenJS Presentation</dc:subject>
  <dc:creator>IT Shaharcha</dc:creator>
  <cp:lastModifiedBy>IT Shaharcha</cp:lastModifiedBy>
  <cp:revision>1</cp:revision>
  <dcterms:created xsi:type="dcterms:W3CDTF">2026-06-16T17:15:05Z</dcterms:created>
  <dcterms:modified xsi:type="dcterms:W3CDTF">2026-06-16T17:15:05Z</dcterms:modified>
</cp:coreProperties>
</file>