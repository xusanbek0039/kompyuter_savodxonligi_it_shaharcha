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pochta orqali raqamli identifikatsiya. Xavfsizlik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pochtaning vazifasi va xavfsizlik tushunchalari bilan tanishtirish; pochta yaratish, xat yuborish va so'rovnoma o'tkazish ko'nikmalarini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Pochta yaratish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 yuborish (CC, BCC)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so'rovnoma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pochta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nom@gmail.com — raqamli manzil.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 va BCC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To, CC, BCC farqlari.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Xavfsizlik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 va 2FA.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Forms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so'rovnoma va yig'ish.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E-mail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 xizmati va manzili.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 / BCC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Ko'rinadigan va yashirin qo'shimcha oluvchilar.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so'rovnoma yaratish vositasi.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"Birinchi raqamli manzilim"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gmail.com da o'zingga shaxsiy elektron pochta yarat.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Yoningdagi do'sting bilan xat almash.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Xatni CC va BCC qatorlaridan foydalanib bir nechta odamga yubor va kelgan xatga javob ber.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orqali "ism-sharifi va yoshi" so'raladigan qisqa so'rovnoma yarat.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So'rovnomani 3–5 kishiga yuborib, javoblarni jadvalda ko'r.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 nima uchun kerak?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va BCC qanday farq qiladi?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Pochtani qanday himoyalash mumkin?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qanday vazifani bajaradi?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Forms'da sevimli darslaringiz haqida 5 savolli so'rovnoma yaratib, sinfdoshlaringizga yuboring.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08-dars: Elektron pochta orqali raqamli identifikatsiya. Xavfsizlik</dc:title>
  <dc:subject>PptxGenJS Presentation</dc:subject>
  <dc:creator>IT Shaharcha</dc:creator>
  <cp:lastModifiedBy>IT Shaharcha</cp:lastModifiedBy>
  <cp:revision>1</cp:revision>
  <dcterms:created xsi:type="dcterms:W3CDTF">2026-06-16T17:09:28Z</dcterms:created>
  <dcterms:modified xsi:type="dcterms:W3CDTF">2026-06-16T17:09:28Z</dcterms:modified>
</cp:coreProperties>
</file>