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jadvalda matematik va matnli funksiyalardan foydalanish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funksiyalari (SUM, AVERAGE, CONCAT) bilan tanishtirish; ularni hisob-kitob va matn birlashtirishda qo'llash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va AVERAGE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(matn birlashtirish)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Funksiyalarni qo'llash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Funksiya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formula (=SUM...).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va AVERAGE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Yig'indi va o'rtacha.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Matnlarni birlashtirish.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Nusxalashda ehtiyot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qiymat sifatida saqla.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/ AVERAGE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Yig'indi va o'rtacha funksiyalari.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Matnlarni birlashtirish funksiyasi.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Diapazon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Kataklar to'plami (A1:A10).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"Funksiyalar ustasi"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ish haqi jadvalidagi soliqlar ustuni yig'indisini =SUM bilan hisobla.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qoldiq ustunini ham SUM yordamida topib chiqar.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qiymatni avval =(A2+B2+B3)/3 ko'rinishida, so'ng =AVERAGE bilan hisobla.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va familiyani =CONCAT funksiyasi bilan bitta katakda birlashtir.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Birlashtirilgan ustunni qiymat sifatida nusxalab, eski ustunlarni o'chir.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va oddiy formula farqi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va AVERAGE nima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qanday ishlaydi?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ustunini o'chirishda nimaga e'tibor berish kerak?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Baholaringiz jadvalida o'rtacha bahoingizni AVERAGE funksiyasi bilan hisoblang.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19-dars: Elektron jadvalda matematik va matnli funksiyalardan foydalanish</dc:title>
  <dc:subject>PptxGenJS Presentation</dc:subject>
  <dc:creator>IT Shaharcha</dc:creator>
  <cp:lastModifiedBy>IT Shaharcha</cp:lastModifiedBy>
  <cp:revision>1</cp:revision>
  <dcterms:created xsi:type="dcterms:W3CDTF">2026-06-16T17:10:40Z</dcterms:created>
  <dcterms:modified xsi:type="dcterms:W3CDTF">2026-06-16T17:10:40Z</dcterms:modified>
</cp:coreProperties>
</file>