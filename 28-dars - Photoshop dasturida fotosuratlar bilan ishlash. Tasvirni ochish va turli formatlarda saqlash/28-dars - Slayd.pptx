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Photoshop dasturida fotosuratlar bilan ishlash. Tasvirni ochish va turli formatlarda saqlash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Photoshop interfeysi bilan tanishtirish; tasvirni ochish, asosiy tahrirlash va turli formatlarda saqlash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 va asboblar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 ochish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Formatlarda saqlash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Photoshop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foto muharriri.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Interfeys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Asboblar, qatlamlar, canvas.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Tasvirni ochish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Formatlarda saqlash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PSD, JPG, PNG.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Photoshop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rastr grafika muharriri.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ustida ishlanadigan maydon.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 loyihasining tahrirlanadigan formati.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"Photoshop bilan ilk tanishuv"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Photoshop'ni och va interfeys bilan tanish.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Xotiraga yuklangan oila a'zolaringiz rasmini File → Open bilan och.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Rasmni ko'zdan kechirib, asosiy asboblar bilan tanish.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Rasmni JPG formatda yuqori sifatda saqla.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Xuddi shu rasmni PNG va PSD formatlarida ham alohida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 qanday dastur?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formati nima uchun kerak?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va PNG farqi nima?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rasmingizni Photoshop'da ochib, uni 3 xil format va sifatda saqlab, fayl hajmlarini solishtiring.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28-dars: Photoshop dasturida fotosuratlar bilan ishlash. Tasvirni ochish va turli formatlarda saqlash</dc:title>
  <dc:subject>PptxGenJS Presentation</dc:subject>
  <dc:creator>IT Shaharcha</dc:creator>
  <cp:lastModifiedBy>IT Shaharcha</cp:lastModifiedBy>
  <cp:revision>1</cp:revision>
  <dcterms:created xsi:type="dcterms:W3CDTF">2026-06-16T17:15:35Z</dcterms:created>
  <dcterms:modified xsi:type="dcterms:W3CDTF">2026-06-16T17:15:35Z</dcterms:modified>
</cp:coreProperties>
</file>