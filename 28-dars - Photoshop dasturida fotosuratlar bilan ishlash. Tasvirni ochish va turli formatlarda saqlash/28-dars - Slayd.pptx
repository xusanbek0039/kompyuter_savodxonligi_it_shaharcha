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Photoshop dasturida fotosuratlar bilan ishlash. Tasvirni ochish va turli formatlarda saqlash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Adobe Photoshop interfeysi bilan tanishtirish; tasvirni ochish, asosiy tahrirlash va turli formatlarda saqlash ko'nikmasini shakllantirish.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745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80136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Photoshop nima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266090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87752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Interfeys va asboblar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2160" y="344728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74136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Tasvirni ochish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852160" y="423367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60520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Formatlarda saqlash</a:t>
            </a:r>
            <a:endParaRPr lang="en-US" sz="1450" dirty="0"/>
          </a:p>
        </p:txBody>
      </p:sp>
      <p:pic>
        <p:nvPicPr>
          <p:cNvPr id="21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Nazariy asoslar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Photoshop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foto muharriri.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00200"/>
            <a:ext cx="731520" cy="731520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647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Interfeys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Asboblar, qatlamlar, canvas.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0020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6479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Tasvirni ochish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49056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→ Open.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49624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01421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542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Formatlarda saqlash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5020056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PSD, JPG, PNG.</a:t>
            </a:r>
            <a:endParaRPr lang="en-US" sz="1080" dirty="0"/>
          </a:p>
        </p:txBody>
      </p:sp>
      <p:pic>
        <p:nvPicPr>
          <p:cNvPr id="24" name="Image 4" descr="/sessions/ecstatic-admiring-tesla/mnt/output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28-dars  •  Nazariy asoslar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Asosiy atamalar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310896" cy="310896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Photoshop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rastr grafika muharriri.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459736"/>
            <a:ext cx="310896" cy="310896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2402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Canvas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Tasvir ustida ishlanadigan maydon.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328416"/>
            <a:ext cx="310896" cy="31089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PSD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Photoshop loyihasining tahrirlanadigan formati.</a:t>
            </a:r>
            <a:endParaRPr lang="en-US" sz="1250" dirty="0"/>
          </a:p>
        </p:txBody>
      </p:sp>
      <p:pic>
        <p:nvPicPr>
          <p:cNvPr id="16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28-dars  •  Atamalar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43584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"Photoshop bilan ilk tanishuv"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438912" cy="438912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31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61872" y="225856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Photoshop'ni och va interfeys bilan tanish.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438912" cy="438912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299008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Xotiraga yuklangan oila a'zolaringiz rasmini File → Open bilan och.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438912" cy="43891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61872" y="372160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Rasmni ko'zdan kechirib, asosiy asboblar bilan tanish.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438912" cy="43891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526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445312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Rasmni JPG formatda yuqori sifatda saqla.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257800"/>
            <a:ext cx="438912" cy="438912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257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61872" y="518464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Xuddi shu rasmni PNG va PSD formatlarida ham alohida saqla.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Photoshop qanday dastur?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67919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 nima?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429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41071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PSD formati nima uchun kerak?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14223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JPG va PNG farqi nima?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O'z rasmingizni Photoshop'da ochib, uni 3 xil format va sifatda saqlab, fayl hajmlarini solishtiring.</a:t>
            </a:r>
            <a:endParaRPr lang="en-US" sz="1450" dirty="0"/>
          </a:p>
        </p:txBody>
      </p:sp>
      <p:pic>
        <p:nvPicPr>
          <p:cNvPr id="18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28-dars: Photoshop dasturida fotosuratlar bilan ishlash. Tasvirni ochish va turli formatlarda saqlash</dc:title>
  <dc:subject>PptxGenJS Presentation</dc:subject>
  <dc:creator>IT Shaharcha</dc:creator>
  <cp:lastModifiedBy>IT Shaharcha</cp:lastModifiedBy>
  <cp:revision>1</cp:revision>
  <dcterms:created xsi:type="dcterms:W3CDTF">2026-06-16T17:12:47Z</dcterms:created>
  <dcterms:modified xsi:type="dcterms:W3CDTF">2026-06-16T17:12:47Z</dcterms:modified>
</cp:coreProperties>
</file>