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Menejer dasturlar (Windows Explorer). Papka va fayllar bilan ishlash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menejeri (Windows Explorer) yordamida papka va fayllarni yaratish, nomlash, nusxalash va ko'chirish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menejeri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va fayl yaratish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 va ko'chirish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Nomlash qoidalari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Explorer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va fayllarni boshqaruvchi dastur.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Papka va fayl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— jild, fayl — ma'lumot birligi.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Nusxalash / ko'chirish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Ctrl+C, Ctrl+X, Ctrl+V.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Nomlash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va to'g'ri nom berish.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Fayl menejeri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va fayllarni boshqarish dasturi (Explorer).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Kengaytma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turini bildiruvchi qism (.txt, .docx, .jpg).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Bufer (clipboard)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olingan ma'lumot vaqtincha saqlanadigan joy.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"Mening raqamli papkam"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stolida "MENING_PAPKAM" nomli yangi papka yarat.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ichida yangi matnli (.txt) fayl och.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Faylga o'zingning qisqa tarjimai holingni (ism, yosh, sevimli mashg'ulot) yoz va saqla.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Faylning nusxasini olib, papka ichida "nusxa" nomi bilan saqla.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Papkani Hujjatlar (Documents) jildiga ko'chir.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 va fayl orasidagi farq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 va ko'chirish qanday farq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kengaytmasi nima uchun kerak?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Ctrl+C, Ctrl+X, Ctrl+V tugmalari nima qiladi?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Hujjatlaringizni mavzular bo'yicha kamida 3 ta papkaga ajratib, tartibga keltiring.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03-dars: Menejer dasturlar (Windows Explorer). Papka va fayllar bilan ishlash</dc:title>
  <dc:subject>PptxGenJS Presentation</dc:subject>
  <dc:creator>IT Shaharcha</dc:creator>
  <cp:lastModifiedBy>IT Shaharcha</cp:lastModifiedBy>
  <cp:revision>1</cp:revision>
  <dcterms:created xsi:type="dcterms:W3CDTF">2026-06-16T17:09:12Z</dcterms:created>
  <dcterms:modified xsi:type="dcterms:W3CDTF">2026-06-16T17:09:12Z</dcterms:modified>
</cp:coreProperties>
</file>