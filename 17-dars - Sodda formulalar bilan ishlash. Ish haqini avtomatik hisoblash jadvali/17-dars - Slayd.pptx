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Sodda formulalar bilan ishlash. Ish haqini avtomatik hisoblash jadvali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Excel'da sodda formulalar tuzish; qo'shish, ayirish, foiz hisoblash orqali ish haqi jadvalini avtomatlashtirish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tuzilishi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Arifmetik amallar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Foiz hisoblash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haqi jadvali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bilan boshlanadi.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Arifmetik amallar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+, −, *, / amallari.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Foiz hisoblash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=C2*12% — foiz hisobi.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Avtohisoblash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Formulani pastga sudrash.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bilan boshlanuvchi hisob ifodasi.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+, −, *, / kabi amal belgilari.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(sudrash)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Formulani boshqa kataklarga nusxalash.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"Korxona buxgalteri bo'l"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ishchi uchun jadval tuz: ism (alohida), familiya (alohida), ish kuni, 1 kunlik ish haqi.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kunini 15–25 oralig'ida, 1 kunlik haqni 250 000–350 000 oralig'ida kirit.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ish haqi ustunini formula bilan hisobla (=ish kuni × kunlik haq).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solig'ini 12% va nafaqa fondini 1% formula bilan hisobla.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Qo'lga tegadigan summani topib, formulani barcha ishchilarga sudrab tarqat.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qanday belgi bilan boshlanadi?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Excel'da qaysi arifmetik amallar bor?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Foizni qanday hisoblanadi?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Formulani boshqa kataklarga qanday tarqatamiz?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cho'ntak xarajatlaringizni Excel'da yozib, haftalik jami summani formula bilan hisoblang.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17-dars: Sodda formulalar bilan ishlash. Ish haqini avtomatik hisoblash jadvali</dc:title>
  <dc:subject>PptxGenJS Presentation</dc:subject>
  <dc:creator>IT Shaharcha</dc:creator>
  <cp:lastModifiedBy>IT Shaharcha</cp:lastModifiedBy>
  <cp:revision>1</cp:revision>
  <dcterms:created xsi:type="dcterms:W3CDTF">2026-06-16T17:10:32Z</dcterms:created>
  <dcterms:modified xsi:type="dcterms:W3CDTF">2026-06-16T17:10:32Z</dcterms:modified>
</cp:coreProperties>
</file>