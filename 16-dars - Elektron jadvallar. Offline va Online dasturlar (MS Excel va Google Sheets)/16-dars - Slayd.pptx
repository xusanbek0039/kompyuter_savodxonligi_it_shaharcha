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Elektron jadvallar. Offline va Online dasturlar (MS Excel va Google Sheets)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 jadval dasturlari bilan tanishtirish; katak, satr, ustun tushunchalari asosida sodda jadval tuzish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 jadval nima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Katak, satr, ustun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Ma'lumot kiritish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va Google Sheets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Elektron jadval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Hisoblovchi jadval dasturi.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Katak (Cell)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A1, B2 — katak manzili.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Satr va ustun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Ustun=harf, satr=raqam.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Online jadval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Sheets — onlayn jadval.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Katak (Cell)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Jadvalning eng kichik birligi (A1).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Satr / Ustun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Gorizontal qator va vertikal qator.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Sheets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Bulutli elektron jadval xizmati.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"To'garagim ro'yxati"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Excel'da yangi jadval och va ustunlar nomini yoz: F.I.O., yoshi, manzili, qiziqishi.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To'garaging yoki sinfingdagi 8–10 ishtirokchini jadvalga kirit.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Ustun kengligini ma'lumotga moslab kengaytir.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Sarlavha satrini qalin va rangli qil.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Xuddi shu jadvalni Google Sheets'da ham yarat va saqla.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 jadval nima uchun kerak?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Katak qanday nomlanadi?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Satr va ustun farqi nima?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va Google Sheets farqi nimada?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O'zingiz o'qiyotgan kitoblar ro'yxatini Excel jadvalida tuzing: nomi, muallifi, sahifalar soni.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16-dars: Elektron jadvallar. Offline va Online dasturlar (MS Excel va Google Sheets)</dc:title>
  <dc:subject>PptxGenJS Presentation</dc:subject>
  <dc:creator>IT Shaharcha</dc:creator>
  <cp:lastModifiedBy>IT Shaharcha</cp:lastModifiedBy>
  <cp:revision>1</cp:revision>
  <dcterms:created xsi:type="dcterms:W3CDTF">2026-06-16T17:14:50Z</dcterms:created>
  <dcterms:modified xsi:type="dcterms:W3CDTF">2026-06-16T17:14:50Z</dcterms:modified>
</cp:coreProperties>
</file>