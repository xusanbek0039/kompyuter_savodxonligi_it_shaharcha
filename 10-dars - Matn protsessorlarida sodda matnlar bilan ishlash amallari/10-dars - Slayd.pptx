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 protsessorlarida sodda matnlar bilan ishlash amallari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matn protsessori interfeysi bilan tanishtirish; matn kiritish, saqlash va asosiy tahrirlash amallarini bajarish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protsessori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interfeysi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kiritish va tahrirlash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saqlash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Word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hujjat yaratish dasturi.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 kiritish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yozish va o'chirish.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Tahrirlash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Ctrl+Z, Ctrl+Y va h.k.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Saqlash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 — .docx formatda.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 protsessori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hujjat yaratish va tahrirlash dasturi.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Ribbon (lenta)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Word'dagi asboblar joylashgan yuqori panel.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.docx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hujjatining fayl formati.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 haqimda" hujjati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dasturini och va yangi hujjat yarat.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 haqingda qisqa ma'lumot yoz: ism, yosh, maktab, sevimli fan, orzu.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yozilgan joyni Ctrl+Z yoki Backspace bilan tuzat.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jumlani nusxalab, boshqa joyga joylashtirib ko'r.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"Men_haqimda.docx" nomi bilan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protsessori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(lenta) nima vazifani bajaradi?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va Ctrl+Y nima qiladi?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hujjati qaysi formatda saqlanadi?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Word'da sevimli kitobingiz yoki filmingiz haqida 5 jumlalik matn yozib saqlang.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10-dars: Matn protsessorlarida sodda matnlar bilan ishlash amallari</dc:title>
  <dc:subject>PptxGenJS Presentation</dc:subject>
  <dc:creator>IT Shaharcha</dc:creator>
  <cp:lastModifiedBy>IT Shaharcha</cp:lastModifiedBy>
  <cp:revision>1</cp:revision>
  <dcterms:created xsi:type="dcterms:W3CDTF">2026-06-16T17:14:28Z</dcterms:created>
  <dcterms:modified xsi:type="dcterms:W3CDTF">2026-06-16T17:14:28Z</dcterms:modified>
</cp:coreProperties>
</file>