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Sun'iy intellekt tushunchasi. Prompt engineering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(SI) tushunchasi va prompt engineering asoslari bilan tanishtirish; SIga to'g'ri so'rov (prompt) berish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qayerda ishlatiladi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nima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prompt yozish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Sun'iy intellekt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O'rganadigan kompyuter tizimi.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qo'llanishi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sohada qo'llanadi.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beriladigan so'rov.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Yaxshi prompt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Aniq, kontekstli so'rov.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Sun'iy intellekt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 aqlini taqlid qiladigan tizim.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beriladigan so'rov/ko'rsatma.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Samarali so'rov tuzish san'ati.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"SIga o'rgat va sina"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 ishlatayotgan SI yordamchisi (ChatGPT yoki boshqa)ni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kompyuter savodxonligi bo'yicha 30 ta A) B) C) D) variantli test tuzishni so'ra.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Javoblarni darhol chiqarmasligini so'ra.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Testni o'zing ishla, so'ng SIga javoblaringni tekshirishni top.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Xatolaringni SIdan tushuntirib berishni so'rab, tahlil qil.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qayerda ishlatiladi?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prompt qanday bo'ladi?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sevimli mavzungiz bo'yicha 10 ta savolli viktorina tuzdirib, o'zingizni sinang.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37-dars: Sun'iy intellekt tushunchasi. Prompt engineering</dc:title>
  <dc:subject>PptxGenJS Presentation</dc:subject>
  <dc:creator>IT Shaharcha</dc:creator>
  <cp:lastModifiedBy>IT Shaharcha</cp:lastModifiedBy>
  <cp:revision>1</cp:revision>
  <dcterms:created xsi:type="dcterms:W3CDTF">2026-06-16T17:13:17Z</dcterms:created>
  <dcterms:modified xsi:type="dcterms:W3CDTF">2026-06-16T17:13:17Z</dcterms:modified>
</cp:coreProperties>
</file>