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828800"/>
            <a:ext cx="4754880" cy="475488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846320"/>
            <a:ext cx="3291840" cy="329184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64008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868680"/>
            <a:ext cx="2377440" cy="914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1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12-DARS  •  2 SOAT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" y="3063240"/>
            <a:ext cx="10607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Matnni formatlash (o'lcham, rang, shrift, tekislash, fon)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822960" y="5074920"/>
            <a:ext cx="146304" cy="146304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9" name="Shape 6"/>
          <p:cNvSpPr/>
          <p:nvPr/>
        </p:nvSpPr>
        <p:spPr>
          <a:xfrm>
            <a:off x="1060704" y="5074920"/>
            <a:ext cx="146304" cy="146304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Shape 7"/>
          <p:cNvSpPr/>
          <p:nvPr/>
        </p:nvSpPr>
        <p:spPr>
          <a:xfrm>
            <a:off x="1298448" y="5074920"/>
            <a:ext cx="146304" cy="146304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1" name="Shape 8"/>
          <p:cNvSpPr/>
          <p:nvPr/>
        </p:nvSpPr>
        <p:spPr>
          <a:xfrm>
            <a:off x="1536192" y="5074920"/>
            <a:ext cx="146304" cy="146304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2" name="Shape 9"/>
          <p:cNvSpPr/>
          <p:nvPr/>
        </p:nvSpPr>
        <p:spPr>
          <a:xfrm>
            <a:off x="1773936" y="5074920"/>
            <a:ext cx="146304" cy="146304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13" name="Shape 10"/>
          <p:cNvSpPr/>
          <p:nvPr/>
        </p:nvSpPr>
        <p:spPr>
          <a:xfrm>
            <a:off x="2011680" y="5074920"/>
            <a:ext cx="146304" cy="146304"/>
          </a:xfrm>
          <a:prstGeom prst="ellipse">
            <a:avLst/>
          </a:prstGeom>
          <a:solidFill>
            <a:srgbClr val="F1C40F"/>
          </a:solidFill>
          <a:ln/>
        </p:spPr>
      </p:sp>
      <p:sp>
        <p:nvSpPr>
          <p:cNvPr id="14" name="Shape 11"/>
          <p:cNvSpPr/>
          <p:nvPr/>
        </p:nvSpPr>
        <p:spPr>
          <a:xfrm>
            <a:off x="2249424" y="5074920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Kompyuter savodxonligi kursi   |   «IT Shaharcha»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1FA8C9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maqsadi va rejasi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5029200" cy="4480560"/>
          </a:xfrm>
          <a:prstGeom prst="roundRect">
            <a:avLst>
              <a:gd name="adj" fmla="val 2041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57276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MAQSAD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2286000"/>
            <a:ext cx="4434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Matnni formatlash imkoniyatlari bilan tanishtirish; shrift, rang, o'lcham va tekislashni qo'llab, chiroyli hujjat tayyorlash ko'nikmasini shakllantirish.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852160" y="1280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rejasi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852160" y="1874520"/>
            <a:ext cx="457200" cy="457200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10" name="Text 7"/>
          <p:cNvSpPr/>
          <p:nvPr/>
        </p:nvSpPr>
        <p:spPr>
          <a:xfrm>
            <a:off x="58521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92240" y="1801368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Shrift va o'lcham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5852160" y="2660904"/>
            <a:ext cx="457200" cy="457200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3" name="Text 10"/>
          <p:cNvSpPr/>
          <p:nvPr/>
        </p:nvSpPr>
        <p:spPr>
          <a:xfrm>
            <a:off x="5852160" y="26609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92240" y="2587752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 va fon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5852160" y="3447288"/>
            <a:ext cx="457200" cy="45720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6" name="Text 13"/>
          <p:cNvSpPr/>
          <p:nvPr/>
        </p:nvSpPr>
        <p:spPr>
          <a:xfrm>
            <a:off x="5852160" y="34472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492240" y="3374136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Tekislash turlari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852160" y="4233672"/>
            <a:ext cx="457200" cy="45720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9" name="Text 16"/>
          <p:cNvSpPr/>
          <p:nvPr/>
        </p:nvSpPr>
        <p:spPr>
          <a:xfrm>
            <a:off x="5852160" y="4233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92240" y="4160520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Qalin, kursiv, tagchiziq</a:t>
            </a:r>
            <a:endParaRPr lang="en-US" sz="1450" dirty="0"/>
          </a:p>
        </p:txBody>
      </p:sp>
      <p:pic>
        <p:nvPicPr>
          <p:cNvPr id="21" name="Image 1" descr="/sessions/ecstatic-admiring-tesla/mnt/outputs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12-dars  •  Maqsad va reja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27AE6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Nazariy asoslar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00200"/>
            <a:ext cx="731520" cy="731520"/>
          </a:xfrm>
          <a:prstGeom prst="ellipse">
            <a:avLst/>
          </a:prstGeom>
          <a:solidFill>
            <a:srgbClr val="E91E8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76479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Shrift va o'lcham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31520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 turi va o'lchami (pt).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4315968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90288" y="1600200"/>
            <a:ext cx="731520" cy="731520"/>
          </a:xfrm>
          <a:prstGeom prst="ellipse">
            <a:avLst/>
          </a:prstGeom>
          <a:solidFill>
            <a:srgbClr val="1FA8C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7647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0288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Rang va fon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590288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Harf rangi va matn foni.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8174736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49056" y="1600200"/>
            <a:ext cx="731520" cy="731520"/>
          </a:xfrm>
          <a:prstGeom prst="ellipse">
            <a:avLst/>
          </a:prstGeom>
          <a:solidFill>
            <a:srgbClr val="27AE6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648" y="176479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49056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Tekislash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449056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Chap, markaz, o'ng, Justify.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457200" y="3575304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31520" y="3849624"/>
            <a:ext cx="731520" cy="731520"/>
          </a:xfrm>
          <a:prstGeom prst="ellipse">
            <a:avLst/>
          </a:prstGeom>
          <a:solidFill>
            <a:srgbClr val="E67E2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4014216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" y="4654296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 / I / U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31520" y="5020056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Bold, Italic, Underline.</a:t>
            </a:r>
            <a:endParaRPr lang="en-US" sz="1080" dirty="0"/>
          </a:p>
        </p:txBody>
      </p:sp>
      <p:pic>
        <p:nvPicPr>
          <p:cNvPr id="24" name="Image 4" descr="/sessions/ecstatic-admiring-tesla/mnt/outputs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12-dars  •  Nazariy asoslar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6A2C91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Asosiy atamalar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658368" y="1591056"/>
            <a:ext cx="310896" cy="310896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37160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Shrift (Font)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572000" y="137160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Harflarning yozuv uslubi.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2459736"/>
            <a:ext cx="310896" cy="310896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22402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Justify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2402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Ikki tomonlama tekislash.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3328416"/>
            <a:ext cx="310896" cy="310896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310896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Highlight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000" y="310896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Matnni rangli fon bilan ajratish.</a:t>
            </a:r>
            <a:endParaRPr lang="en-US" sz="1250" dirty="0"/>
          </a:p>
        </p:txBody>
      </p:sp>
      <p:pic>
        <p:nvPicPr>
          <p:cNvPr id="16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12-dars  •  Atamalar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4114800"/>
            <a:ext cx="4206240" cy="4206240"/>
          </a:xfrm>
          <a:prstGeom prst="ellipse">
            <a:avLst/>
          </a:prstGeom>
          <a:solidFill>
            <a:srgbClr val="1620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566928" cy="5669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411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Amaliy topshiriq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207008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1FA8C9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243584"/>
            <a:ext cx="106070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"Tarjimai holimni bezayman"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2331720"/>
            <a:ext cx="438912" cy="438912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2331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61872" y="225856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(yoki Google Docs)'da o'zing haqingda qisqa tarjimai hol yoz.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40080" y="3063240"/>
            <a:ext cx="438912" cy="438912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0632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261872" y="299008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Sarlavhani qalin (Bold) va qizil rangda 16 pt qilib formatla.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40080" y="3794760"/>
            <a:ext cx="438912" cy="438912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37947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261872" y="372160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Asosiy matnni 14 o'lchamda va ikki tomonlama (Justify) tekisla.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40080" y="4526280"/>
            <a:ext cx="438912" cy="438912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45262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261872" y="445312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 muhim jumlani Highlight bilan ajrat.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40080" y="5257800"/>
            <a:ext cx="438912" cy="438912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" y="5257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61872" y="518464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Hujjatni saqla va Google Docs'da ham xuddi shunday formatla.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E91E8C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 va uyga vazifa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3258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48640" y="19659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05840" y="194767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Shrift va o'lcham nima?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26974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005840" y="267919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Justify tekislash qanday ishlaydi?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4290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05840" y="341071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Highlight nima uchun kerak?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48640" y="41605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5840" y="414223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Bold, Italic, Underline qanday vazifa bajaradi?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858000" y="1325880"/>
            <a:ext cx="4846320" cy="4160520"/>
          </a:xfrm>
          <a:prstGeom prst="roundRect">
            <a:avLst>
              <a:gd name="adj" fmla="val 2198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45920"/>
            <a:ext cx="502920" cy="5029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772400" y="164592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Uyga vazifa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178040" y="2377440"/>
            <a:ext cx="4206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Sevimli she'ringizni Word'da kiritib, chiroyli formatlang: sarlavha, ranglar va tekislashni qo'llang.</a:t>
            </a:r>
            <a:endParaRPr lang="en-US" sz="1450" dirty="0"/>
          </a:p>
        </p:txBody>
      </p:sp>
      <p:pic>
        <p:nvPicPr>
          <p:cNvPr id="18" name="Image 2" descr="/sessions/ecstatic-admiring-tesla/mnt/outputs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12-dars  •  Savollar va vazifa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12-dars: Matnni formatlash (o'lcham, rang, shrift, tekislash, fon)</dc:title>
  <dc:subject>PptxGenJS Presentation</dc:subject>
  <dc:creator>IT Shaharcha</dc:creator>
  <cp:lastModifiedBy>IT Shaharcha</cp:lastModifiedBy>
  <cp:revision>1</cp:revision>
  <dcterms:created xsi:type="dcterms:W3CDTF">2026-06-16T17:09:42Z</dcterms:created>
  <dcterms:modified xsi:type="dcterms:W3CDTF">2026-06-16T17:09:42Z</dcterms:modified>
</cp:coreProperties>
</file>