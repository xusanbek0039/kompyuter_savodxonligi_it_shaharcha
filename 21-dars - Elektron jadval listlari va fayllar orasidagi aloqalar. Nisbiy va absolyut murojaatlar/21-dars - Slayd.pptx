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Elektron jadval listlari va fayllar orasidagi aloqalar. Nisbiy va absolyut murojaatlar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nechta list va fayllar orasidagi aloqalar hamda nisbiy/absolyut murojaatlar bilan tanishtirish; ko'p oylik hisobotni avtomatlashtirish ko'nikmasini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Listlar bilan ishlash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Listlararo aloqa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Nisbiy va absolyut murojaat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Yakuniy hisobot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Listlar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faylda ko'p sahifa.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Listlararo aloqa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=Yanvar!G2 — boshqa listdan.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Nisbiy murojaat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Nusxalashda o'zgaradi (A1).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Absolyut murojaat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O'zgarmaydi ($A$1).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 (Sheet)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faylidagi alohida sahifa.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Nisbiy murojaat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Nusxalashda o'zgaradigan manzil (A1).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Absolyut murojaat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O'zgarmaydigan manzil ($A$1).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"Yillik hisobot tizimi"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Oylik hisoblash jadvalini 12 ta listga nusxala.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bir listni oy nomi bilan nomla (Yanvar, Fevral, ...).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Yangi listда yillik yakun jadvalini tuz.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bir oy natijasini =Yanvar!G2 ko'rinishida kerakli listdan ol.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Soliq foizini bitta katakka yozib, unга absolyut murojaat ($) bilan bog'la.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nima va u nima uchun kerak?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Boshqa listdan qiymat qanday olinadi?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Nisbiy va absolyut murojaat farqi nima?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$A$1 nima uchun ishlatiladi?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 oy uchun cho'ntak xarajatlaringizni alohida listlarda yozib, yillik yig'indini bitta listda hisoblang.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21-dars: Elektron jadval listlari va fayllar orasidagi aloqalar. Nisbiy va absolyut murojaatlar</dc:title>
  <dc:subject>PptxGenJS Presentation</dc:subject>
  <dc:creator>IT Shaharcha</dc:creator>
  <cp:lastModifiedBy>IT Shaharcha</cp:lastModifiedBy>
  <cp:revision>1</cp:revision>
  <dcterms:created xsi:type="dcterms:W3CDTF">2026-06-16T17:10:47Z</dcterms:created>
  <dcterms:modified xsi:type="dcterms:W3CDTF">2026-06-16T17:10:47Z</dcterms:modified>
</cp:coreProperties>
</file>