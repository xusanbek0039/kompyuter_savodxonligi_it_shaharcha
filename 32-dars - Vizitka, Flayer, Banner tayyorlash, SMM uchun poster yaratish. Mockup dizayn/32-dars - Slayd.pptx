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Vizitka, Flayer, Banner tayyorlash, SMM uchun poster yaratish. Mockup dizayn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Reklama mahsulotlari — vizitka, flayer va banner dizaynini yaratish; SMM uchun poster va mockup tushunchalari bilan tanishtirish.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Vizitka dizayni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Flayer tayyorlash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Banner va poster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Mockup dizayn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Vizitka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Shaxsiy aloqa kartochkasi.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Flayer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Reklama varaqasi.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Banner / Poster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Reklama tasviri.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Mockup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Dizaynni real ko'rsatish.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Vizitka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Shaxsiy aloqa ma'lumotlari kartochkasi.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Banner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Katta reklama tasviri.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Mockup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Dizaynni real predmet ustida namoyish.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"O'z brendingni yarat"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O'z vizitkangni yarat: ism-familiya, o'qish/ish joyi, lavozim/sinf va rasm.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O'z ta'lim muassasangiz haqida yorqin flayer tayyorla.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Kelajakdagi niyatlaringiz haqida "Dream Visualization" bannerini yarat.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Dizaynlarga mos rang va shrift tanla.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Natijani rasm formatida saqla (mockup ko'rinishda taqdim et).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Vizitka nima uchun kerak?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Flayer va banner farqi nima?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SMM poster qayerda ishlatiladi?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Mockup nima qiladi?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O'zingiz yoqtirgan tadbir uchun reklama flayerini dizayn qiling.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32-dars: Vizitka, Flayer, Banner tayyorlash, SMM uchun poster yaratish. Mockup dizayn</dc:title>
  <dc:subject>PptxGenJS Presentation</dc:subject>
  <dc:creator>IT Shaharcha</dc:creator>
  <cp:lastModifiedBy>IT Shaharcha</cp:lastModifiedBy>
  <cp:revision>1</cp:revision>
  <dcterms:created xsi:type="dcterms:W3CDTF">2026-06-16T17:13:00Z</dcterms:created>
  <dcterms:modified xsi:type="dcterms:W3CDTF">2026-06-16T17:13:00Z</dcterms:modified>
</cp:coreProperties>
</file>